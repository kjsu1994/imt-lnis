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80" r:id="rId4"/>
  </p:sldMasterIdLst>
  <p:notesMasterIdLst>
    <p:notesMasterId r:id="rId22"/>
  </p:notesMasterIdLst>
  <p:handoutMasterIdLst>
    <p:handoutMasterId r:id="rId23"/>
  </p:handoutMasterIdLst>
  <p:sldIdLst>
    <p:sldId id="1082" r:id="rId5"/>
    <p:sldId id="1232" r:id="rId6"/>
    <p:sldId id="1253" r:id="rId7"/>
    <p:sldId id="1234" r:id="rId8"/>
    <p:sldId id="1235" r:id="rId9"/>
    <p:sldId id="1251" r:id="rId10"/>
    <p:sldId id="1252" r:id="rId11"/>
    <p:sldId id="1236" r:id="rId12"/>
    <p:sldId id="1254" r:id="rId13"/>
    <p:sldId id="1237" r:id="rId14"/>
    <p:sldId id="1240" r:id="rId15"/>
    <p:sldId id="1247" r:id="rId16"/>
    <p:sldId id="1248" r:id="rId17"/>
    <p:sldId id="1249" r:id="rId18"/>
    <p:sldId id="1250" r:id="rId19"/>
    <p:sldId id="1210" r:id="rId20"/>
    <p:sldId id="1071" r:id="rId21"/>
  </p:sldIdLst>
  <p:sldSz cx="9906000" cy="6858000" type="A4"/>
  <p:notesSz cx="9866313" cy="6735763"/>
  <p:defaultTextStyle>
    <a:defPPr>
      <a:defRPr lang="ko-KR"/>
    </a:defPPr>
    <a:lvl1pPr marL="0" algn="l" defTabSz="1103677" rtl="0" eaLnBrk="1" latinLnBrk="1" hangingPunct="1">
      <a:defRPr sz="2170" kern="1200">
        <a:solidFill>
          <a:schemeClr val="tx1"/>
        </a:solidFill>
        <a:latin typeface="+mn-lt"/>
        <a:ea typeface="+mn-ea"/>
        <a:cs typeface="+mn-cs"/>
      </a:defRPr>
    </a:lvl1pPr>
    <a:lvl2pPr marL="551839" algn="l" defTabSz="1103677" rtl="0" eaLnBrk="1" latinLnBrk="1" hangingPunct="1">
      <a:defRPr sz="2170" kern="1200">
        <a:solidFill>
          <a:schemeClr val="tx1"/>
        </a:solidFill>
        <a:latin typeface="+mn-lt"/>
        <a:ea typeface="+mn-ea"/>
        <a:cs typeface="+mn-cs"/>
      </a:defRPr>
    </a:lvl2pPr>
    <a:lvl3pPr marL="1103677" algn="l" defTabSz="1103677" rtl="0" eaLnBrk="1" latinLnBrk="1" hangingPunct="1">
      <a:defRPr sz="2170" kern="1200">
        <a:solidFill>
          <a:schemeClr val="tx1"/>
        </a:solidFill>
        <a:latin typeface="+mn-lt"/>
        <a:ea typeface="+mn-ea"/>
        <a:cs typeface="+mn-cs"/>
      </a:defRPr>
    </a:lvl3pPr>
    <a:lvl4pPr marL="1655516" algn="l" defTabSz="1103677" rtl="0" eaLnBrk="1" latinLnBrk="1" hangingPunct="1">
      <a:defRPr sz="2170" kern="1200">
        <a:solidFill>
          <a:schemeClr val="tx1"/>
        </a:solidFill>
        <a:latin typeface="+mn-lt"/>
        <a:ea typeface="+mn-ea"/>
        <a:cs typeface="+mn-cs"/>
      </a:defRPr>
    </a:lvl4pPr>
    <a:lvl5pPr marL="2207355" algn="l" defTabSz="1103677" rtl="0" eaLnBrk="1" latinLnBrk="1" hangingPunct="1">
      <a:defRPr sz="2170" kern="1200">
        <a:solidFill>
          <a:schemeClr val="tx1"/>
        </a:solidFill>
        <a:latin typeface="+mn-lt"/>
        <a:ea typeface="+mn-ea"/>
        <a:cs typeface="+mn-cs"/>
      </a:defRPr>
    </a:lvl5pPr>
    <a:lvl6pPr marL="2759193" algn="l" defTabSz="1103677" rtl="0" eaLnBrk="1" latinLnBrk="1" hangingPunct="1">
      <a:defRPr sz="2170" kern="1200">
        <a:solidFill>
          <a:schemeClr val="tx1"/>
        </a:solidFill>
        <a:latin typeface="+mn-lt"/>
        <a:ea typeface="+mn-ea"/>
        <a:cs typeface="+mn-cs"/>
      </a:defRPr>
    </a:lvl6pPr>
    <a:lvl7pPr marL="3311032" algn="l" defTabSz="1103677" rtl="0" eaLnBrk="1" latinLnBrk="1" hangingPunct="1">
      <a:defRPr sz="2170" kern="1200">
        <a:solidFill>
          <a:schemeClr val="tx1"/>
        </a:solidFill>
        <a:latin typeface="+mn-lt"/>
        <a:ea typeface="+mn-ea"/>
        <a:cs typeface="+mn-cs"/>
      </a:defRPr>
    </a:lvl7pPr>
    <a:lvl8pPr marL="3862871" algn="l" defTabSz="1103677" rtl="0" eaLnBrk="1" latinLnBrk="1" hangingPunct="1">
      <a:defRPr sz="2170" kern="1200">
        <a:solidFill>
          <a:schemeClr val="tx1"/>
        </a:solidFill>
        <a:latin typeface="+mn-lt"/>
        <a:ea typeface="+mn-ea"/>
        <a:cs typeface="+mn-cs"/>
      </a:defRPr>
    </a:lvl8pPr>
    <a:lvl9pPr marL="4414709" algn="l" defTabSz="1103677" rtl="0" eaLnBrk="1" latinLnBrk="1" hangingPunct="1">
      <a:defRPr sz="217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xecutive Summary" id="{1D08A0CB-8721-49CA-BF08-05F3971E0708}">
          <p14:sldIdLst>
            <p14:sldId id="1082"/>
            <p14:sldId id="1232"/>
            <p14:sldId id="1253"/>
            <p14:sldId id="1234"/>
            <p14:sldId id="1235"/>
            <p14:sldId id="1251"/>
            <p14:sldId id="1252"/>
            <p14:sldId id="1236"/>
            <p14:sldId id="1254"/>
            <p14:sldId id="1237"/>
            <p14:sldId id="1240"/>
            <p14:sldId id="1247"/>
            <p14:sldId id="1248"/>
            <p14:sldId id="1249"/>
            <p14:sldId id="1250"/>
            <p14:sldId id="1210"/>
            <p14:sldId id="10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34" userDrawn="1">
          <p15:clr>
            <a:srgbClr val="A4A3A4"/>
          </p15:clr>
        </p15:guide>
        <p15:guide id="2" orient="horz" pos="909" userDrawn="1">
          <p15:clr>
            <a:srgbClr val="A4A3A4"/>
          </p15:clr>
        </p15:guide>
        <p15:guide id="3" orient="horz" pos="36" userDrawn="1">
          <p15:clr>
            <a:srgbClr val="A4A3A4"/>
          </p15:clr>
        </p15:guide>
        <p15:guide id="4" orient="horz" pos="1113" userDrawn="1">
          <p15:clr>
            <a:srgbClr val="A4A3A4"/>
          </p15:clr>
        </p15:guide>
        <p15:guide id="5" orient="horz" pos="1211" userDrawn="1">
          <p15:clr>
            <a:srgbClr val="A4A3A4"/>
          </p15:clr>
        </p15:guide>
        <p15:guide id="6" orient="horz" pos="1491" userDrawn="1">
          <p15:clr>
            <a:srgbClr val="A4A3A4"/>
          </p15:clr>
        </p15:guide>
        <p15:guide id="7" orient="horz" pos="1026" userDrawn="1">
          <p15:clr>
            <a:srgbClr val="A4A3A4"/>
          </p15:clr>
        </p15:guide>
        <p15:guide id="8" orient="horz" pos="2509" userDrawn="1">
          <p15:clr>
            <a:srgbClr val="A4A3A4"/>
          </p15:clr>
        </p15:guide>
        <p15:guide id="9" pos="3119" userDrawn="1">
          <p15:clr>
            <a:srgbClr val="A4A3A4"/>
          </p15:clr>
        </p15:guide>
        <p15:guide id="10" pos="535" userDrawn="1">
          <p15:clr>
            <a:srgbClr val="A4A3A4"/>
          </p15:clr>
        </p15:guide>
        <p15:guide id="11" pos="5705" userDrawn="1">
          <p15:clr>
            <a:srgbClr val="A4A3A4"/>
          </p15:clr>
        </p15:guide>
        <p15:guide id="12" pos="157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031" userDrawn="1">
          <p15:clr>
            <a:srgbClr val="A4A3A4"/>
          </p15:clr>
        </p15:guide>
        <p15:guide id="2" pos="3014" userDrawn="1">
          <p15:clr>
            <a:srgbClr val="A4A3A4"/>
          </p15:clr>
        </p15:guide>
        <p15:guide id="3" orient="horz" pos="2122" userDrawn="1">
          <p15:clr>
            <a:srgbClr val="A4A3A4"/>
          </p15:clr>
        </p15:guide>
        <p15:guide id="4" pos="31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6" clrIdx="0">
    <p:extLst>
      <p:ext uri="{19B8F6BF-5375-455C-9EA6-DF929625EA0E}">
        <p15:presenceInfo xmlns:p15="http://schemas.microsoft.com/office/powerpoint/2012/main" userId="user" providerId="None"/>
      </p:ext>
    </p:extLst>
  </p:cmAuthor>
  <p:cmAuthor id="2" name="IMT" initials="I" lastIdx="1" clrIdx="1">
    <p:extLst>
      <p:ext uri="{19B8F6BF-5375-455C-9EA6-DF929625EA0E}">
        <p15:presenceInfo xmlns:p15="http://schemas.microsoft.com/office/powerpoint/2012/main" userId="IM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2D7CC2"/>
    <a:srgbClr val="0B2E59"/>
    <a:srgbClr val="0C6B3C"/>
    <a:srgbClr val="3F6EA7"/>
    <a:srgbClr val="E0E0E0"/>
    <a:srgbClr val="251BEB"/>
    <a:srgbClr val="FF6600"/>
    <a:srgbClr val="0A508C"/>
    <a:srgbClr val="B99B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90" autoAdjust="0"/>
    <p:restoredTop sz="94818" autoAdjust="0"/>
  </p:normalViewPr>
  <p:slideViewPr>
    <p:cSldViewPr>
      <p:cViewPr varScale="1">
        <p:scale>
          <a:sx n="114" d="100"/>
          <a:sy n="114" d="100"/>
        </p:scale>
        <p:origin x="1146" y="108"/>
      </p:cViewPr>
      <p:guideLst>
        <p:guide orient="horz" pos="734"/>
        <p:guide orient="horz" pos="909"/>
        <p:guide orient="horz" pos="36"/>
        <p:guide orient="horz" pos="1113"/>
        <p:guide orient="horz" pos="1211"/>
        <p:guide orient="horz" pos="1491"/>
        <p:guide orient="horz" pos="1026"/>
        <p:guide orient="horz" pos="2509"/>
        <p:guide pos="3119"/>
        <p:guide pos="535"/>
        <p:guide pos="5705"/>
        <p:guide pos="1575"/>
      </p:guideLst>
    </p:cSldViewPr>
  </p:slideViewPr>
  <p:outlineViewPr>
    <p:cViewPr>
      <p:scale>
        <a:sx n="33" d="100"/>
        <a:sy n="33" d="100"/>
      </p:scale>
      <p:origin x="0" y="-1324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1843" y="53"/>
      </p:cViewPr>
      <p:guideLst>
        <p:guide orient="horz" pos="2031"/>
        <p:guide pos="3014"/>
        <p:guide orient="horz" pos="2122"/>
        <p:guide pos="31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6" y="3"/>
            <a:ext cx="4275401" cy="336627"/>
          </a:xfrm>
          <a:prstGeom prst="rect">
            <a:avLst/>
          </a:prstGeom>
        </p:spPr>
        <p:txBody>
          <a:bodyPr vert="horz" lIns="90569" tIns="45285" rIns="90569" bIns="4528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588616" y="3"/>
            <a:ext cx="4275401" cy="336627"/>
          </a:xfrm>
          <a:prstGeom prst="rect">
            <a:avLst/>
          </a:prstGeom>
        </p:spPr>
        <p:txBody>
          <a:bodyPr vert="horz" lIns="90569" tIns="45285" rIns="90569" bIns="45285" rtlCol="0"/>
          <a:lstStyle>
            <a:lvl1pPr algn="r">
              <a:defRPr sz="1200"/>
            </a:lvl1pPr>
          </a:lstStyle>
          <a:p>
            <a:fld id="{2D5A569B-4028-4A0E-B4FF-D04524258918}" type="datetimeFigureOut">
              <a:rPr lang="ko-KR" altLang="en-US" smtClean="0"/>
              <a:pPr/>
              <a:t>2026-10-19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6" y="6398062"/>
            <a:ext cx="4275401" cy="336626"/>
          </a:xfrm>
          <a:prstGeom prst="rect">
            <a:avLst/>
          </a:prstGeom>
        </p:spPr>
        <p:txBody>
          <a:bodyPr vert="horz" lIns="90569" tIns="45285" rIns="90569" bIns="4528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588616" y="6398062"/>
            <a:ext cx="4275401" cy="336626"/>
          </a:xfrm>
          <a:prstGeom prst="rect">
            <a:avLst/>
          </a:prstGeom>
        </p:spPr>
        <p:txBody>
          <a:bodyPr vert="horz" lIns="90569" tIns="45285" rIns="90569" bIns="45285" rtlCol="0" anchor="b"/>
          <a:lstStyle>
            <a:lvl1pPr algn="r">
              <a:defRPr sz="1200"/>
            </a:lvl1pPr>
          </a:lstStyle>
          <a:p>
            <a:fld id="{92D8571E-2EC1-464B-8BB1-6A69F4FF01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61167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0" y="4"/>
            <a:ext cx="4275097" cy="336735"/>
          </a:xfrm>
          <a:prstGeom prst="rect">
            <a:avLst/>
          </a:prstGeom>
        </p:spPr>
        <p:txBody>
          <a:bodyPr vert="horz" lIns="90557" tIns="45277" rIns="90557" bIns="4527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88929" y="4"/>
            <a:ext cx="4275097" cy="336735"/>
          </a:xfrm>
          <a:prstGeom prst="rect">
            <a:avLst/>
          </a:prstGeom>
        </p:spPr>
        <p:txBody>
          <a:bodyPr vert="horz" lIns="90557" tIns="45277" rIns="90557" bIns="45277" rtlCol="0"/>
          <a:lstStyle>
            <a:lvl1pPr algn="r">
              <a:defRPr sz="1200"/>
            </a:lvl1pPr>
          </a:lstStyle>
          <a:p>
            <a:fld id="{0B816C1F-95E8-4CB0-B692-17EFFF93B432}" type="datetimeFigureOut">
              <a:rPr lang="ko-KR" altLang="en-US" smtClean="0"/>
              <a:pPr/>
              <a:t>2026-10-19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109913" y="506413"/>
            <a:ext cx="3646487" cy="2524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57" tIns="45277" rIns="90557" bIns="4527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7099" y="3199519"/>
            <a:ext cx="7892130" cy="3030609"/>
          </a:xfrm>
          <a:prstGeom prst="rect">
            <a:avLst/>
          </a:prstGeom>
        </p:spPr>
        <p:txBody>
          <a:bodyPr vert="horz" lIns="90557" tIns="45277" rIns="90557" bIns="45277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0" y="6397958"/>
            <a:ext cx="4275097" cy="336734"/>
          </a:xfrm>
          <a:prstGeom prst="rect">
            <a:avLst/>
          </a:prstGeom>
        </p:spPr>
        <p:txBody>
          <a:bodyPr vert="horz" lIns="90557" tIns="45277" rIns="90557" bIns="4527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88929" y="6397958"/>
            <a:ext cx="4275097" cy="336734"/>
          </a:xfrm>
          <a:prstGeom prst="rect">
            <a:avLst/>
          </a:prstGeom>
        </p:spPr>
        <p:txBody>
          <a:bodyPr vert="horz" lIns="90557" tIns="45277" rIns="90557" bIns="45277" rtlCol="0" anchor="b"/>
          <a:lstStyle>
            <a:lvl1pPr algn="r">
              <a:defRPr sz="1200"/>
            </a:lvl1pPr>
          </a:lstStyle>
          <a:p>
            <a:fld id="{F5A7581C-ED1C-48D5-B212-7F2866E146B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9729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4154" rtl="0" eaLnBrk="1" latinLnBrk="1" hangingPunct="1">
      <a:defRPr sz="898" kern="1200">
        <a:solidFill>
          <a:schemeClr val="tx1"/>
        </a:solidFill>
        <a:latin typeface="+mn-lt"/>
        <a:ea typeface="+mn-ea"/>
        <a:cs typeface="+mn-cs"/>
      </a:defRPr>
    </a:lvl1pPr>
    <a:lvl2pPr marL="342077" algn="l" defTabSz="684154" rtl="0" eaLnBrk="1" latinLnBrk="1" hangingPunct="1">
      <a:defRPr sz="898" kern="1200">
        <a:solidFill>
          <a:schemeClr val="tx1"/>
        </a:solidFill>
        <a:latin typeface="+mn-lt"/>
        <a:ea typeface="+mn-ea"/>
        <a:cs typeface="+mn-cs"/>
      </a:defRPr>
    </a:lvl2pPr>
    <a:lvl3pPr marL="684154" algn="l" defTabSz="684154" rtl="0" eaLnBrk="1" latinLnBrk="1" hangingPunct="1">
      <a:defRPr sz="898" kern="1200">
        <a:solidFill>
          <a:schemeClr val="tx1"/>
        </a:solidFill>
        <a:latin typeface="+mn-lt"/>
        <a:ea typeface="+mn-ea"/>
        <a:cs typeface="+mn-cs"/>
      </a:defRPr>
    </a:lvl3pPr>
    <a:lvl4pPr marL="1026231" algn="l" defTabSz="684154" rtl="0" eaLnBrk="1" latinLnBrk="1" hangingPunct="1">
      <a:defRPr sz="898" kern="1200">
        <a:solidFill>
          <a:schemeClr val="tx1"/>
        </a:solidFill>
        <a:latin typeface="+mn-lt"/>
        <a:ea typeface="+mn-ea"/>
        <a:cs typeface="+mn-cs"/>
      </a:defRPr>
    </a:lvl4pPr>
    <a:lvl5pPr marL="1368308" algn="l" defTabSz="684154" rtl="0" eaLnBrk="1" latinLnBrk="1" hangingPunct="1">
      <a:defRPr sz="898" kern="1200">
        <a:solidFill>
          <a:schemeClr val="tx1"/>
        </a:solidFill>
        <a:latin typeface="+mn-lt"/>
        <a:ea typeface="+mn-ea"/>
        <a:cs typeface="+mn-cs"/>
      </a:defRPr>
    </a:lvl5pPr>
    <a:lvl6pPr marL="1710385" algn="l" defTabSz="684154" rtl="0" eaLnBrk="1" latinLnBrk="1" hangingPunct="1">
      <a:defRPr sz="898" kern="1200">
        <a:solidFill>
          <a:schemeClr val="tx1"/>
        </a:solidFill>
        <a:latin typeface="+mn-lt"/>
        <a:ea typeface="+mn-ea"/>
        <a:cs typeface="+mn-cs"/>
      </a:defRPr>
    </a:lvl6pPr>
    <a:lvl7pPr marL="2052462" algn="l" defTabSz="684154" rtl="0" eaLnBrk="1" latinLnBrk="1" hangingPunct="1">
      <a:defRPr sz="898" kern="1200">
        <a:solidFill>
          <a:schemeClr val="tx1"/>
        </a:solidFill>
        <a:latin typeface="+mn-lt"/>
        <a:ea typeface="+mn-ea"/>
        <a:cs typeface="+mn-cs"/>
      </a:defRPr>
    </a:lvl7pPr>
    <a:lvl8pPr marL="2394539" algn="l" defTabSz="684154" rtl="0" eaLnBrk="1" latinLnBrk="1" hangingPunct="1">
      <a:defRPr sz="898" kern="1200">
        <a:solidFill>
          <a:schemeClr val="tx1"/>
        </a:solidFill>
        <a:latin typeface="+mn-lt"/>
        <a:ea typeface="+mn-ea"/>
        <a:cs typeface="+mn-cs"/>
      </a:defRPr>
    </a:lvl8pPr>
    <a:lvl9pPr marL="2736616" algn="l" defTabSz="684154" rtl="0" eaLnBrk="1" latinLnBrk="1" hangingPunct="1">
      <a:defRPr sz="89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A7581C-ED1C-48D5-B212-7F2866E146BB}" type="slidenum">
              <a:rPr lang="ko-KR" altLang="en-US" smtClean="0"/>
              <a:pPr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265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송신에서 </a:t>
            </a:r>
            <a:r>
              <a:rPr lang="en-US" altLang="ko-KR" dirty="0" smtClean="0"/>
              <a:t>Navigation Data</a:t>
            </a:r>
            <a:r>
              <a:rPr lang="ko-KR" altLang="en-US" dirty="0" smtClean="0"/>
              <a:t>를 만들면 수신에서는 </a:t>
            </a:r>
            <a:r>
              <a:rPr lang="en-US" altLang="ko-KR" dirty="0" smtClean="0"/>
              <a:t>Navigation Data</a:t>
            </a:r>
            <a:r>
              <a:rPr lang="ko-KR" altLang="en-US" dirty="0" smtClean="0"/>
              <a:t>를 </a:t>
            </a:r>
            <a:r>
              <a:rPr lang="ko-KR" altLang="en-US" dirty="0" err="1" smtClean="0"/>
              <a:t>복호합니다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송신에서 </a:t>
            </a:r>
            <a:r>
              <a:rPr lang="en-US" altLang="ko-KR" dirty="0" smtClean="0"/>
              <a:t>CRC</a:t>
            </a:r>
            <a:r>
              <a:rPr lang="ko-KR" altLang="en-US" dirty="0" smtClean="0"/>
              <a:t>를 붙이면 수신에서는 </a:t>
            </a:r>
            <a:r>
              <a:rPr lang="en-US" altLang="ko-KR" dirty="0" smtClean="0"/>
              <a:t>CRC</a:t>
            </a:r>
            <a:r>
              <a:rPr lang="ko-KR" altLang="en-US" dirty="0" smtClean="0"/>
              <a:t>를 재계산해 비교합니다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LDPC Encoding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LDPC Decoding</a:t>
            </a:r>
            <a:r>
              <a:rPr lang="ko-KR" altLang="en-US" dirty="0" smtClean="0"/>
              <a:t>으로 대응되고</a:t>
            </a:r>
            <a:r>
              <a:rPr lang="en-US" altLang="ko-KR" dirty="0" smtClean="0"/>
              <a:t>, Puncturing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Erasure Reconstruction</a:t>
            </a:r>
            <a:r>
              <a:rPr lang="ko-KR" altLang="en-US" dirty="0" smtClean="0"/>
              <a:t>으로 대응됩니다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Interleaving</a:t>
            </a:r>
            <a:r>
              <a:rPr lang="ko-KR" altLang="en-US" dirty="0" smtClean="0"/>
              <a:t>은 </a:t>
            </a:r>
            <a:r>
              <a:rPr lang="en-US" altLang="ko-KR" dirty="0" err="1" smtClean="0"/>
              <a:t>Deinterleaving</a:t>
            </a:r>
            <a:r>
              <a:rPr lang="en-US" altLang="ko-KR" dirty="0" smtClean="0"/>
              <a:t>, PRN Spreading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PRN Correlation</a:t>
            </a:r>
            <a:r>
              <a:rPr lang="ko-KR" altLang="en-US" dirty="0" smtClean="0"/>
              <a:t>으로 대응됩니다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그리고 물리적인 부분에서도 동일합니다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송신에서 </a:t>
            </a:r>
            <a:r>
              <a:rPr lang="en-US" altLang="ko-KR" dirty="0" smtClean="0"/>
              <a:t>Propagation Delay</a:t>
            </a:r>
            <a:r>
              <a:rPr lang="ko-KR" altLang="en-US" dirty="0" smtClean="0"/>
              <a:t>를 적용한 결과는 수신에서 </a:t>
            </a:r>
            <a:r>
              <a:rPr lang="en-US" altLang="ko-KR" dirty="0" smtClean="0"/>
              <a:t>Code Phase</a:t>
            </a:r>
            <a:r>
              <a:rPr lang="ko-KR" altLang="en-US" dirty="0" smtClean="0"/>
              <a:t>와 </a:t>
            </a:r>
            <a:r>
              <a:rPr lang="en-US" altLang="ko-KR" dirty="0" err="1" smtClean="0"/>
              <a:t>Pseudorange</a:t>
            </a:r>
            <a:r>
              <a:rPr lang="ko-KR" altLang="en-US" dirty="0" smtClean="0"/>
              <a:t>로 관측됩니다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송신에서 </a:t>
            </a:r>
            <a:r>
              <a:rPr lang="en-US" altLang="ko-KR" dirty="0" smtClean="0"/>
              <a:t>Doppler</a:t>
            </a:r>
            <a:r>
              <a:rPr lang="ko-KR" altLang="en-US" dirty="0" smtClean="0"/>
              <a:t>를 적용하면 수신에서는 </a:t>
            </a:r>
            <a:r>
              <a:rPr lang="en-US" altLang="ko-KR" dirty="0" smtClean="0"/>
              <a:t>Doppler Search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Tracking</a:t>
            </a:r>
            <a:r>
              <a:rPr lang="ko-KR" altLang="en-US" dirty="0" smtClean="0"/>
              <a:t>으로 관측합니다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즉 송신 측에서 만들어 넣은 특성이 수신 측에서 어떤 형태로 다시 관측되는지를 보여주는 페이지입니다</a:t>
            </a:r>
            <a:r>
              <a:rPr lang="en-US" altLang="ko-KR" dirty="0" smtClean="0"/>
              <a:t>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3057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“</a:t>
            </a:r>
            <a:r>
              <a:rPr lang="en-US" altLang="ko-KR" dirty="0" smtClean="0"/>
              <a:t>AFS Data Channel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1 Frame</a:t>
            </a:r>
            <a:r>
              <a:rPr lang="ko-KR" altLang="en-US" dirty="0" smtClean="0"/>
              <a:t>이 </a:t>
            </a:r>
            <a:r>
              <a:rPr lang="en-US" altLang="ko-KR" dirty="0" smtClean="0"/>
              <a:t>12</a:t>
            </a:r>
            <a:r>
              <a:rPr lang="ko-KR" altLang="en-US" dirty="0" smtClean="0"/>
              <a:t>초이고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그 안에 총 </a:t>
            </a:r>
            <a:r>
              <a:rPr lang="en-US" altLang="ko-KR" dirty="0" smtClean="0"/>
              <a:t>6000</a:t>
            </a:r>
            <a:r>
              <a:rPr lang="ko-KR" altLang="en-US" dirty="0" smtClean="0"/>
              <a:t>개의 </a:t>
            </a:r>
            <a:r>
              <a:rPr lang="en-US" altLang="ko-KR" dirty="0" smtClean="0"/>
              <a:t>Navigation Symbol</a:t>
            </a:r>
            <a:r>
              <a:rPr lang="ko-KR" altLang="en-US" dirty="0" smtClean="0"/>
              <a:t>이 들어갑니다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따라서 </a:t>
            </a:r>
            <a:r>
              <a:rPr lang="en-US" altLang="ko-KR" dirty="0" smtClean="0"/>
              <a:t>Navigation Symbol </a:t>
            </a:r>
            <a:r>
              <a:rPr lang="ko-KR" altLang="en-US" dirty="0" smtClean="0"/>
              <a:t>하나는 </a:t>
            </a:r>
            <a:r>
              <a:rPr lang="en-US" altLang="ko-KR" dirty="0" smtClean="0"/>
              <a:t>2 </a:t>
            </a:r>
            <a:r>
              <a:rPr lang="en-US" altLang="ko-KR" dirty="0" err="1" smtClean="0"/>
              <a:t>ms</a:t>
            </a:r>
            <a:r>
              <a:rPr lang="ko-KR" altLang="en-US" dirty="0" smtClean="0"/>
              <a:t>를 차지합니다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Frame</a:t>
            </a:r>
            <a:r>
              <a:rPr lang="ko-KR" altLang="en-US" dirty="0" smtClean="0"/>
              <a:t>은 먼저 </a:t>
            </a:r>
            <a:r>
              <a:rPr lang="en-US" altLang="ko-KR" dirty="0" smtClean="0"/>
              <a:t>68-symbol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SP, 52-symbol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SB1, </a:t>
            </a:r>
            <a:r>
              <a:rPr lang="ko-KR" altLang="en-US" dirty="0" smtClean="0"/>
              <a:t>그리고 </a:t>
            </a:r>
            <a:r>
              <a:rPr lang="en-US" altLang="ko-KR" dirty="0" smtClean="0"/>
              <a:t>SB2, SB3, SB4</a:t>
            </a:r>
            <a:r>
              <a:rPr lang="ko-KR" altLang="en-US" dirty="0" smtClean="0"/>
              <a:t>로 구성됩니다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SP</a:t>
            </a:r>
            <a:r>
              <a:rPr lang="ko-KR" altLang="en-US" dirty="0" smtClean="0"/>
              <a:t>는 수신기가 </a:t>
            </a:r>
            <a:r>
              <a:rPr lang="en-US" altLang="ko-KR" dirty="0" smtClean="0"/>
              <a:t>Frame </a:t>
            </a:r>
            <a:r>
              <a:rPr lang="ko-KR" altLang="en-US" dirty="0" smtClean="0"/>
              <a:t>경계를 찾는 용도이고</a:t>
            </a:r>
            <a:r>
              <a:rPr lang="en-US" altLang="ko-KR" dirty="0" smtClean="0"/>
              <a:t>, SB1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FID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TOI </a:t>
            </a:r>
            <a:r>
              <a:rPr lang="ko-KR" altLang="en-US" dirty="0" smtClean="0"/>
              <a:t>같은 </a:t>
            </a:r>
            <a:r>
              <a:rPr lang="en-US" altLang="ko-KR" dirty="0" smtClean="0"/>
              <a:t>Frame </a:t>
            </a:r>
            <a:r>
              <a:rPr lang="ko-KR" altLang="en-US" dirty="0" smtClean="0"/>
              <a:t>시간 정보를 포함합니다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SB2</a:t>
            </a:r>
            <a:r>
              <a:rPr lang="ko-KR" altLang="en-US" dirty="0" smtClean="0"/>
              <a:t>는 실제 </a:t>
            </a:r>
            <a:r>
              <a:rPr lang="en-US" altLang="ko-KR" dirty="0" smtClean="0"/>
              <a:t>PVT</a:t>
            </a:r>
            <a:r>
              <a:rPr lang="ko-KR" altLang="en-US" dirty="0" smtClean="0"/>
              <a:t>에 사용할 시간과 </a:t>
            </a:r>
            <a:r>
              <a:rPr lang="ko-KR" altLang="en-US" dirty="0" err="1" smtClean="0"/>
              <a:t>궤도정보가</a:t>
            </a:r>
            <a:r>
              <a:rPr lang="ko-KR" altLang="en-US" dirty="0" smtClean="0"/>
              <a:t> 들어가고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현재 구현에서 </a:t>
            </a:r>
            <a:r>
              <a:rPr lang="en-US" altLang="ko-KR" dirty="0" smtClean="0"/>
              <a:t>SB3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SB4</a:t>
            </a:r>
            <a:r>
              <a:rPr lang="ko-KR" altLang="en-US" dirty="0" smtClean="0"/>
              <a:t>는 시험 패턴입니다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또 하나 중요한 점은 </a:t>
            </a:r>
            <a:r>
              <a:rPr lang="en-US" altLang="ko-KR" dirty="0" smtClean="0"/>
              <a:t>SB2~SB4</a:t>
            </a:r>
            <a:r>
              <a:rPr lang="ko-KR" altLang="en-US" dirty="0" smtClean="0"/>
              <a:t>가 그대로 나열되는 것이 아니라 </a:t>
            </a:r>
            <a:r>
              <a:rPr lang="en-US" altLang="ko-KR" dirty="0" smtClean="0"/>
              <a:t>Interleaving</a:t>
            </a:r>
            <a:r>
              <a:rPr lang="ko-KR" altLang="en-US" dirty="0" smtClean="0"/>
              <a:t>된 </a:t>
            </a:r>
            <a:r>
              <a:rPr lang="en-US" altLang="ko-KR" dirty="0" smtClean="0"/>
              <a:t>5880 symbols </a:t>
            </a:r>
            <a:r>
              <a:rPr lang="ko-KR" altLang="en-US" dirty="0" smtClean="0"/>
              <a:t>형태로 최종 </a:t>
            </a:r>
            <a:r>
              <a:rPr lang="en-US" altLang="ko-KR" dirty="0" smtClean="0"/>
              <a:t>Frame</a:t>
            </a:r>
            <a:r>
              <a:rPr lang="ko-KR" altLang="en-US" dirty="0" smtClean="0"/>
              <a:t>에 들어간다는 점입니다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8680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“</a:t>
            </a:r>
            <a:r>
              <a:rPr lang="en-US" altLang="ko-KR" dirty="0" smtClean="0"/>
              <a:t>LDPC Encoding </a:t>
            </a:r>
            <a:r>
              <a:rPr lang="ko-KR" altLang="en-US" dirty="0" smtClean="0"/>
              <a:t>결과는 세 영역입니다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Systematic 1200 bit</a:t>
            </a:r>
            <a:r>
              <a:rPr lang="ko-KR" altLang="en-US" dirty="0" smtClean="0"/>
              <a:t>는 원래 정보 비트이고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여기에 </a:t>
            </a:r>
            <a:r>
              <a:rPr lang="en-US" altLang="ko-KR" dirty="0" smtClean="0"/>
              <a:t>P1 480 bit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P2 4560 bit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Parity</a:t>
            </a:r>
            <a:r>
              <a:rPr lang="ko-KR" altLang="en-US" dirty="0" smtClean="0"/>
              <a:t>가 붙어서 전체 </a:t>
            </a:r>
            <a:r>
              <a:rPr lang="en-US" altLang="ko-KR" dirty="0" smtClean="0"/>
              <a:t>6240 bit</a:t>
            </a:r>
            <a:r>
              <a:rPr lang="ko-KR" altLang="en-US" dirty="0" smtClean="0"/>
              <a:t>가 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그런데 이 전체를 전송하면 </a:t>
            </a:r>
            <a:r>
              <a:rPr lang="ko-KR" altLang="en-US" dirty="0" err="1" smtClean="0"/>
              <a:t>전송량이</a:t>
            </a:r>
            <a:r>
              <a:rPr lang="ko-KR" altLang="en-US" dirty="0" smtClean="0"/>
              <a:t> 너무 커지기 때문에 </a:t>
            </a:r>
            <a:r>
              <a:rPr lang="en-US" altLang="ko-KR" dirty="0" smtClean="0"/>
              <a:t>Puncturing</a:t>
            </a:r>
            <a:r>
              <a:rPr lang="ko-KR" altLang="en-US" dirty="0" smtClean="0"/>
              <a:t>을 적용합니다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Systematic</a:t>
            </a:r>
            <a:r>
              <a:rPr lang="ko-KR" altLang="en-US" dirty="0" smtClean="0"/>
              <a:t>의 앞 </a:t>
            </a:r>
            <a:r>
              <a:rPr lang="en-US" altLang="ko-KR" dirty="0" smtClean="0"/>
              <a:t>240 bit</a:t>
            </a:r>
            <a:r>
              <a:rPr lang="ko-KR" altLang="en-US" dirty="0" smtClean="0"/>
              <a:t>를 보내지 않고</a:t>
            </a:r>
            <a:r>
              <a:rPr lang="en-US" altLang="ko-KR" dirty="0" smtClean="0"/>
              <a:t>, P2</a:t>
            </a:r>
            <a:r>
              <a:rPr lang="ko-KR" altLang="en-US" dirty="0" smtClean="0"/>
              <a:t>의 뒤 </a:t>
            </a:r>
            <a:r>
              <a:rPr lang="en-US" altLang="ko-KR" dirty="0" smtClean="0"/>
              <a:t>3600 bit</a:t>
            </a:r>
            <a:r>
              <a:rPr lang="ko-KR" altLang="en-US" dirty="0" smtClean="0"/>
              <a:t>도 보내지 않습니다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그래서 실제 송신되는 것은 </a:t>
            </a:r>
            <a:r>
              <a:rPr lang="en-US" altLang="ko-KR" dirty="0" smtClean="0"/>
              <a:t>Systematic 960 + P1 480 + P2 960, </a:t>
            </a:r>
            <a:r>
              <a:rPr lang="ko-KR" altLang="en-US" dirty="0" smtClean="0"/>
              <a:t>총 </a:t>
            </a:r>
            <a:r>
              <a:rPr lang="en-US" altLang="ko-KR" dirty="0" smtClean="0"/>
              <a:t>2400 symbols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수신기는 빠진 위치를 임의로 </a:t>
            </a:r>
            <a:r>
              <a:rPr lang="en-US" altLang="ko-KR" dirty="0" smtClean="0"/>
              <a:t>0</a:t>
            </a:r>
            <a:r>
              <a:rPr lang="ko-KR" altLang="en-US" dirty="0" smtClean="0"/>
              <a:t>이나 </a:t>
            </a:r>
            <a:r>
              <a:rPr lang="en-US" altLang="ko-KR" dirty="0" smtClean="0"/>
              <a:t>1</a:t>
            </a:r>
            <a:r>
              <a:rPr lang="ko-KR" altLang="en-US" dirty="0" smtClean="0"/>
              <a:t>로 채우지 않고 </a:t>
            </a:r>
            <a:r>
              <a:rPr lang="en-US" altLang="ko-KR" dirty="0" smtClean="0"/>
              <a:t>Erasure, </a:t>
            </a:r>
            <a:r>
              <a:rPr lang="ko-KR" altLang="en-US" dirty="0" smtClean="0"/>
              <a:t>즉 ‘모르는 </a:t>
            </a:r>
            <a:r>
              <a:rPr lang="ko-KR" altLang="en-US" dirty="0" err="1" smtClean="0"/>
              <a:t>값’으로</a:t>
            </a:r>
            <a:r>
              <a:rPr lang="ko-KR" altLang="en-US" dirty="0" smtClean="0"/>
              <a:t> 표시해서 </a:t>
            </a:r>
            <a:r>
              <a:rPr lang="en-US" altLang="ko-KR" dirty="0" smtClean="0"/>
              <a:t>LDPC Decoder</a:t>
            </a:r>
            <a:r>
              <a:rPr lang="ko-KR" altLang="en-US" dirty="0" smtClean="0"/>
              <a:t>에 전달합니다</a:t>
            </a:r>
            <a:r>
              <a:rPr lang="en-US" altLang="ko-KR" dirty="0" smtClean="0"/>
              <a:t>.”</a:t>
            </a:r>
            <a:endParaRPr lang="ko-KR" alt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3720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“</a:t>
            </a:r>
            <a:r>
              <a:rPr lang="en-US" altLang="ko-KR" dirty="0" smtClean="0"/>
              <a:t>SB2 2400, SB3 1740, SB4 1740</a:t>
            </a:r>
            <a:r>
              <a:rPr lang="ko-KR" altLang="en-US" dirty="0" smtClean="0"/>
              <a:t>을 합치면 총 </a:t>
            </a:r>
            <a:r>
              <a:rPr lang="en-US" altLang="ko-KR" dirty="0" smtClean="0"/>
              <a:t>5880 symbols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이 </a:t>
            </a:r>
            <a:r>
              <a:rPr lang="en-US" altLang="ko-KR" dirty="0" smtClean="0"/>
              <a:t>5880 symbols</a:t>
            </a:r>
            <a:r>
              <a:rPr lang="ko-KR" altLang="en-US" dirty="0" smtClean="0"/>
              <a:t>를 </a:t>
            </a:r>
            <a:r>
              <a:rPr lang="en-US" altLang="ko-KR" dirty="0" smtClean="0"/>
              <a:t>60×98 </a:t>
            </a:r>
            <a:r>
              <a:rPr lang="ko-KR" altLang="en-US" dirty="0" smtClean="0"/>
              <a:t>구조로 배치한 뒤 순서를 재배열합니다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목적은 연속적인 오류가 발생했을 때 특정 </a:t>
            </a:r>
            <a:r>
              <a:rPr lang="en-US" altLang="ko-KR" dirty="0" smtClean="0"/>
              <a:t>LDPC </a:t>
            </a:r>
            <a:r>
              <a:rPr lang="en-US" altLang="ko-KR" dirty="0" err="1" smtClean="0"/>
              <a:t>Codeword</a:t>
            </a:r>
            <a:r>
              <a:rPr lang="en-US" altLang="ko-KR" dirty="0" smtClean="0"/>
              <a:t> </a:t>
            </a:r>
            <a:r>
              <a:rPr lang="ko-KR" altLang="en-US" dirty="0" smtClean="0"/>
              <a:t>구간에 오류가 몰리지 않도록 분산시키는 것입니다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수신에서는 정확히 반대 </a:t>
            </a:r>
            <a:r>
              <a:rPr lang="en-US" altLang="ko-KR" dirty="0" smtClean="0"/>
              <a:t>Index </a:t>
            </a:r>
            <a:r>
              <a:rPr lang="ko-KR" altLang="en-US" dirty="0" smtClean="0"/>
              <a:t>관계를 사용해 </a:t>
            </a:r>
            <a:r>
              <a:rPr lang="en-US" altLang="ko-KR" dirty="0" err="1" smtClean="0"/>
              <a:t>Deinterleaving</a:t>
            </a:r>
            <a:r>
              <a:rPr lang="ko-KR" altLang="en-US" dirty="0" smtClean="0"/>
              <a:t>하고 다시 </a:t>
            </a:r>
            <a:r>
              <a:rPr lang="en-US" altLang="ko-KR" dirty="0" smtClean="0"/>
              <a:t>SB2 2400, SB3 1740, SB4 1740</a:t>
            </a:r>
            <a:r>
              <a:rPr lang="ko-KR" altLang="en-US" dirty="0" smtClean="0"/>
              <a:t>으로 분리합니다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그래서 송신 </a:t>
            </a:r>
            <a:r>
              <a:rPr lang="en-US" altLang="ko-KR" dirty="0" smtClean="0"/>
              <a:t>Interleaving </a:t>
            </a:r>
            <a:r>
              <a:rPr lang="ko-KR" altLang="en-US" dirty="0" smtClean="0"/>
              <a:t>전 데이터와 수신 </a:t>
            </a:r>
            <a:r>
              <a:rPr lang="en-US" altLang="ko-KR" dirty="0" err="1" smtClean="0"/>
              <a:t>Deinterleaving</a:t>
            </a:r>
            <a:r>
              <a:rPr lang="en-US" altLang="ko-KR" dirty="0" smtClean="0"/>
              <a:t> </a:t>
            </a:r>
            <a:r>
              <a:rPr lang="ko-KR" altLang="en-US" dirty="0" smtClean="0"/>
              <a:t>후 데이터를 비교하면 이 단계가 정상적으로 복원됐는지 확인할 수 있습니다</a:t>
            </a:r>
            <a:r>
              <a:rPr lang="en-US" altLang="ko-KR" dirty="0" smtClean="0"/>
              <a:t>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528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A7581C-ED1C-48D5-B212-7F2866E146BB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5943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타이틀_2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1146794" y="621129"/>
            <a:ext cx="7829150" cy="138463"/>
          </a:xfrm>
          <a:prstGeom prst="rect">
            <a:avLst/>
          </a:prstGeom>
        </p:spPr>
        <p:txBody>
          <a:bodyPr lIns="0" rIns="0" anchor="ctr"/>
          <a:lstStyle>
            <a:lvl1pPr marL="0" indent="0">
              <a:spcBef>
                <a:spcPts val="51"/>
              </a:spcBef>
              <a:buNone/>
              <a:defRPr kumimoji="0" lang="ko-KR" altLang="en-US" sz="507" kern="1200" dirty="0">
                <a:solidFill>
                  <a:srgbClr val="3F6EA7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0" algn="l" defTabSz="526768" rtl="0" eaLnBrk="0" fontAlgn="base" latinLnBrk="1" hangingPunct="0">
              <a:spcBef>
                <a:spcPts val="51"/>
              </a:spcBef>
              <a:spcAft>
                <a:spcPct val="0"/>
              </a:spcAft>
              <a:buFont typeface="Arial" charset="0"/>
              <a:buNone/>
            </a:pPr>
            <a:r>
              <a:rPr lang="ko-KR" altLang="en-US" dirty="0"/>
              <a:t>마스터 텍스트</a:t>
            </a:r>
          </a:p>
        </p:txBody>
      </p:sp>
      <p:sp>
        <p:nvSpPr>
          <p:cNvPr id="31" name="제목 100"/>
          <p:cNvSpPr>
            <a:spLocks noGrp="1"/>
          </p:cNvSpPr>
          <p:nvPr>
            <p:ph type="title"/>
          </p:nvPr>
        </p:nvSpPr>
        <p:spPr>
          <a:xfrm>
            <a:off x="1146793" y="741123"/>
            <a:ext cx="6117478" cy="189321"/>
          </a:xfrm>
          <a:prstGeom prst="rect">
            <a:avLst/>
          </a:prstGeom>
        </p:spPr>
        <p:txBody>
          <a:bodyPr lIns="0" rIns="0" anchor="t"/>
          <a:lstStyle>
            <a:lvl1pPr marL="0" algn="l" defTabSz="653066" rtl="0" eaLnBrk="1" fontAlgn="base" latinLnBrk="1" hangingPunct="1">
              <a:spcBef>
                <a:spcPct val="0"/>
              </a:spcBef>
              <a:spcAft>
                <a:spcPct val="0"/>
              </a:spcAft>
              <a:defRPr lang="ko-KR" altLang="en-US" sz="656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텍스트 개체 틀 2"/>
          <p:cNvSpPr>
            <a:spLocks noGrp="1"/>
          </p:cNvSpPr>
          <p:nvPr>
            <p:ph type="body" sz="quarter" idx="15"/>
          </p:nvPr>
        </p:nvSpPr>
        <p:spPr>
          <a:xfrm>
            <a:off x="1440303" y="303974"/>
            <a:ext cx="5823970" cy="161633"/>
          </a:xfrm>
          <a:prstGeom prst="rect">
            <a:avLst/>
          </a:prstGeom>
        </p:spPr>
        <p:txBody>
          <a:bodyPr lIns="0" rIns="0" anchor="ctr"/>
          <a:lstStyle>
            <a:lvl1pPr marL="173185" indent="-173185">
              <a:spcBef>
                <a:spcPts val="51"/>
              </a:spcBef>
              <a:buFont typeface="Arial" pitchFamily="34" charset="0"/>
              <a:buNone/>
              <a:defRPr kumimoji="0" lang="ko-KR" altLang="en-US" sz="1011" b="1" kern="1200" dirty="0">
                <a:solidFill>
                  <a:srgbClr val="3F6EA7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0" algn="l" defTabSz="526768" rtl="0" eaLnBrk="0" fontAlgn="base" latinLnBrk="1" hangingPunct="0">
              <a:spcBef>
                <a:spcPts val="51"/>
              </a:spcBef>
              <a:spcAft>
                <a:spcPct val="0"/>
              </a:spcAft>
            </a:pPr>
            <a:r>
              <a:rPr lang="ko-KR" altLang="en-US" dirty="0"/>
              <a:t>마스터 텍스트</a:t>
            </a:r>
          </a:p>
        </p:txBody>
      </p:sp>
      <p:sp>
        <p:nvSpPr>
          <p:cNvPr id="12" name="텍스트 개체 틀 2"/>
          <p:cNvSpPr>
            <a:spLocks noGrp="1"/>
          </p:cNvSpPr>
          <p:nvPr userDrawn="1">
            <p:ph type="body" sz="quarter" idx="18"/>
          </p:nvPr>
        </p:nvSpPr>
        <p:spPr>
          <a:xfrm>
            <a:off x="1149751" y="1050884"/>
            <a:ext cx="7899381" cy="346158"/>
          </a:xfrm>
          <a:prstGeom prst="rect">
            <a:avLst/>
          </a:prstGeom>
          <a:solidFill>
            <a:schemeClr val="bg1">
              <a:alpha val="80000"/>
            </a:schemeClr>
          </a:solidFill>
          <a:ln w="6350" algn="ctr">
            <a:noFill/>
            <a:prstDash val="sysDot"/>
            <a:round/>
            <a:headEnd/>
            <a:tailEnd/>
          </a:ln>
        </p:spPr>
        <p:txBody>
          <a:bodyPr lIns="0" tIns="0" rIns="0" bIns="0" anchor="t">
            <a:scene3d>
              <a:camera prst="orthographicFront"/>
              <a:lightRig rig="brightRoom" dir="tl"/>
            </a:scene3d>
            <a:sp3d prstMaterial="flat">
              <a:bevelT w="0" h="0" prst="artDeco"/>
              <a:extrusionClr>
                <a:schemeClr val="tx2">
                  <a:lumMod val="50000"/>
                </a:schemeClr>
              </a:extrusionClr>
              <a:contourClr>
                <a:schemeClr val="tx2">
                  <a:lumMod val="20000"/>
                  <a:lumOff val="80000"/>
                </a:schemeClr>
              </a:contourClr>
            </a:sp3d>
          </a:bodyPr>
          <a:lstStyle>
            <a:lvl1pPr marL="0" indent="0" algn="just" defTabSz="483472" rtl="0" eaLnBrk="0" latinLnBrk="0" hangingPunct="0">
              <a:spcBef>
                <a:spcPts val="76"/>
              </a:spcBef>
              <a:buNone/>
              <a:tabLst>
                <a:tab pos="2852721" algn="l"/>
              </a:tabLst>
              <a:defRPr lang="ko-KR" altLang="en-US" sz="556" kern="1200" dirty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0" algn="l" defTabSz="483472" rtl="0" eaLnBrk="0" latinLnBrk="0" hangingPunct="0">
              <a:tabLst>
                <a:tab pos="2852721" algn="l"/>
              </a:tabLst>
              <a:defRPr lang="ko-KR" altLang="en-US" sz="507" kern="1200" dirty="0" smtClean="0">
                <a:solidFill>
                  <a:schemeClr val="tx2">
                    <a:lumMod val="75000"/>
                  </a:schemeClr>
                </a:solidFill>
                <a:latin typeface="-윤고딕140" pitchFamily="18" charset="-127"/>
                <a:ea typeface="-윤고딕140" pitchFamily="18" charset="-127"/>
                <a:cs typeface="+mn-cs"/>
              </a:defRPr>
            </a:lvl2pPr>
            <a:lvl3pPr marL="0" algn="l" defTabSz="483472" rtl="0" eaLnBrk="0" latinLnBrk="0" hangingPunct="0">
              <a:tabLst>
                <a:tab pos="2852721" algn="l"/>
              </a:tabLst>
              <a:defRPr lang="ko-KR" altLang="en-US" sz="507" kern="1200" dirty="0" smtClean="0">
                <a:solidFill>
                  <a:schemeClr val="tx2">
                    <a:lumMod val="75000"/>
                  </a:schemeClr>
                </a:solidFill>
                <a:latin typeface="-윤고딕140" pitchFamily="18" charset="-127"/>
                <a:ea typeface="-윤고딕140" pitchFamily="18" charset="-127"/>
                <a:cs typeface="+mn-cs"/>
              </a:defRPr>
            </a:lvl3pPr>
            <a:lvl4pPr marL="0" algn="l" defTabSz="483472" rtl="0" eaLnBrk="0" latinLnBrk="0" hangingPunct="0">
              <a:tabLst>
                <a:tab pos="2852721" algn="l"/>
              </a:tabLst>
              <a:defRPr lang="ko-KR" altLang="en-US" sz="507" kern="1200" dirty="0" smtClean="0">
                <a:solidFill>
                  <a:schemeClr val="tx2">
                    <a:lumMod val="75000"/>
                  </a:schemeClr>
                </a:solidFill>
                <a:latin typeface="-윤고딕140" pitchFamily="18" charset="-127"/>
                <a:ea typeface="-윤고딕140" pitchFamily="18" charset="-127"/>
                <a:cs typeface="+mn-cs"/>
              </a:defRPr>
            </a:lvl4pPr>
            <a:lvl5pPr marL="0" algn="l" defTabSz="483472" rtl="0" eaLnBrk="0" latinLnBrk="0" hangingPunct="0">
              <a:tabLst>
                <a:tab pos="2852721" algn="l"/>
              </a:tabLst>
              <a:defRPr lang="ko-KR" altLang="en-US" sz="507" kern="1200" dirty="0">
                <a:solidFill>
                  <a:schemeClr val="tx2">
                    <a:lumMod val="75000"/>
                  </a:schemeClr>
                </a:solidFill>
                <a:latin typeface="-윤고딕140" pitchFamily="18" charset="-127"/>
                <a:ea typeface="-윤고딕140" pitchFamily="18" charset="-127"/>
                <a:cs typeface="+mn-cs"/>
              </a:defRPr>
            </a:lvl5pPr>
          </a:lstStyle>
          <a:p>
            <a:pPr marL="0" lvl="0" defTabSz="483472" eaLnBrk="0" latinLnBrk="0" hangingPunct="0">
              <a:tabLst>
                <a:tab pos="2852721" algn="l"/>
              </a:tabLst>
            </a:pPr>
            <a:endParaRPr lang="ko-KR" altLang="en-US" dirty="0"/>
          </a:p>
        </p:txBody>
      </p:sp>
      <p:sp>
        <p:nvSpPr>
          <p:cNvPr id="33" name="자유형 32"/>
          <p:cNvSpPr/>
          <p:nvPr userDrawn="1"/>
        </p:nvSpPr>
        <p:spPr bwMode="auto">
          <a:xfrm>
            <a:off x="708283" y="1489402"/>
            <a:ext cx="8489439" cy="161031"/>
          </a:xfrm>
          <a:custGeom>
            <a:avLst/>
            <a:gdLst>
              <a:gd name="connsiteX0" fmla="*/ 0 w 6273167"/>
              <a:gd name="connsiteY0" fmla="*/ 103600 h 251090"/>
              <a:gd name="connsiteX1" fmla="*/ 30344 w 6273167"/>
              <a:gd name="connsiteY1" fmla="*/ 30344 h 251090"/>
              <a:gd name="connsiteX2" fmla="*/ 103600 w 6273167"/>
              <a:gd name="connsiteY2" fmla="*/ 0 h 251090"/>
              <a:gd name="connsiteX3" fmla="*/ 6169567 w 6273167"/>
              <a:gd name="connsiteY3" fmla="*/ 0 h 251090"/>
              <a:gd name="connsiteX4" fmla="*/ 6242823 w 6273167"/>
              <a:gd name="connsiteY4" fmla="*/ 30344 h 251090"/>
              <a:gd name="connsiteX5" fmla="*/ 6273167 w 6273167"/>
              <a:gd name="connsiteY5" fmla="*/ 103600 h 251090"/>
              <a:gd name="connsiteX6" fmla="*/ 6273167 w 6273167"/>
              <a:gd name="connsiteY6" fmla="*/ 147490 h 251090"/>
              <a:gd name="connsiteX7" fmla="*/ 6242823 w 6273167"/>
              <a:gd name="connsiteY7" fmla="*/ 220746 h 251090"/>
              <a:gd name="connsiteX8" fmla="*/ 6169567 w 6273167"/>
              <a:gd name="connsiteY8" fmla="*/ 251090 h 251090"/>
              <a:gd name="connsiteX9" fmla="*/ 103600 w 6273167"/>
              <a:gd name="connsiteY9" fmla="*/ 251090 h 251090"/>
              <a:gd name="connsiteX10" fmla="*/ 30344 w 6273167"/>
              <a:gd name="connsiteY10" fmla="*/ 220746 h 251090"/>
              <a:gd name="connsiteX11" fmla="*/ 0 w 6273167"/>
              <a:gd name="connsiteY11" fmla="*/ 147490 h 251090"/>
              <a:gd name="connsiteX12" fmla="*/ 0 w 6273167"/>
              <a:gd name="connsiteY12" fmla="*/ 103600 h 251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273167" h="251090">
                <a:moveTo>
                  <a:pt x="0" y="103600"/>
                </a:moveTo>
                <a:cubicBezTo>
                  <a:pt x="0" y="76124"/>
                  <a:pt x="10915" y="49772"/>
                  <a:pt x="30344" y="30344"/>
                </a:cubicBezTo>
                <a:cubicBezTo>
                  <a:pt x="49773" y="10915"/>
                  <a:pt x="76124" y="0"/>
                  <a:pt x="103600" y="0"/>
                </a:cubicBezTo>
                <a:lnTo>
                  <a:pt x="6169567" y="0"/>
                </a:lnTo>
                <a:cubicBezTo>
                  <a:pt x="6197043" y="0"/>
                  <a:pt x="6223395" y="10915"/>
                  <a:pt x="6242823" y="30344"/>
                </a:cubicBezTo>
                <a:cubicBezTo>
                  <a:pt x="6262252" y="49773"/>
                  <a:pt x="6273167" y="76124"/>
                  <a:pt x="6273167" y="103600"/>
                </a:cubicBezTo>
                <a:lnTo>
                  <a:pt x="6273167" y="147490"/>
                </a:lnTo>
                <a:cubicBezTo>
                  <a:pt x="6273167" y="174966"/>
                  <a:pt x="6262252" y="201318"/>
                  <a:pt x="6242823" y="220746"/>
                </a:cubicBezTo>
                <a:cubicBezTo>
                  <a:pt x="6223394" y="240175"/>
                  <a:pt x="6197043" y="251090"/>
                  <a:pt x="6169567" y="251090"/>
                </a:cubicBezTo>
                <a:lnTo>
                  <a:pt x="103600" y="251090"/>
                </a:lnTo>
                <a:cubicBezTo>
                  <a:pt x="76124" y="251090"/>
                  <a:pt x="49772" y="240175"/>
                  <a:pt x="30344" y="220746"/>
                </a:cubicBezTo>
                <a:cubicBezTo>
                  <a:pt x="10915" y="201317"/>
                  <a:pt x="0" y="174966"/>
                  <a:pt x="0" y="147490"/>
                </a:cubicBezTo>
                <a:lnTo>
                  <a:pt x="0" y="103600"/>
                </a:lnTo>
                <a:close/>
              </a:path>
            </a:pathLst>
          </a:custGeom>
          <a:gradFill flip="none" rotWithShape="1">
            <a:gsLst>
              <a:gs pos="0">
                <a:srgbClr val="14338F"/>
              </a:gs>
              <a:gs pos="100000">
                <a:srgbClr val="2A71B7">
                  <a:alpha val="30000"/>
                </a:srgbClr>
              </a:gs>
            </a:gsLst>
            <a:lin ang="0" scaled="0"/>
            <a:tileRect/>
          </a:gra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172" tIns="23087" rIns="46172" bIns="23087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1465">
              <a:latin typeface="+mn-ea"/>
              <a:ea typeface="+mn-ea"/>
            </a:endParaRPr>
          </a:p>
        </p:txBody>
      </p:sp>
      <p:sp>
        <p:nvSpPr>
          <p:cNvPr id="34" name="양쪽 모서리가 둥근 사각형 33"/>
          <p:cNvSpPr/>
          <p:nvPr userDrawn="1"/>
        </p:nvSpPr>
        <p:spPr bwMode="auto">
          <a:xfrm>
            <a:off x="708283" y="1513095"/>
            <a:ext cx="8489439" cy="16103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81B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172" tIns="23087" rIns="46172" bIns="23087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1465" dirty="0">
              <a:latin typeface="+mn-ea"/>
              <a:ea typeface="+mn-ea"/>
            </a:endParaRPr>
          </a:p>
        </p:txBody>
      </p:sp>
      <p:sp>
        <p:nvSpPr>
          <p:cNvPr id="36" name="모서리가 둥근 직사각형 35"/>
          <p:cNvSpPr/>
          <p:nvPr userDrawn="1"/>
        </p:nvSpPr>
        <p:spPr bwMode="auto">
          <a:xfrm>
            <a:off x="708284" y="1512513"/>
            <a:ext cx="801872" cy="161615"/>
          </a:xfrm>
          <a:prstGeom prst="roundRect">
            <a:avLst>
              <a:gd name="adj" fmla="val 41260"/>
            </a:avLst>
          </a:prstGeom>
          <a:gradFill flip="none" rotWithShape="1">
            <a:gsLst>
              <a:gs pos="0">
                <a:srgbClr val="14338F"/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172" tIns="23087" rIns="46172" bIns="23087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1465" dirty="0">
              <a:latin typeface="+mn-ea"/>
            </a:endParaRPr>
          </a:p>
        </p:txBody>
      </p:sp>
      <p:sp>
        <p:nvSpPr>
          <p:cNvPr id="35" name="눈물 방울 34"/>
          <p:cNvSpPr/>
          <p:nvPr userDrawn="1"/>
        </p:nvSpPr>
        <p:spPr bwMode="auto">
          <a:xfrm rot="10800000">
            <a:off x="708283" y="1513095"/>
            <a:ext cx="360050" cy="161031"/>
          </a:xfrm>
          <a:prstGeom prst="teardrop">
            <a:avLst/>
          </a:prstGeom>
          <a:gradFill flip="none" rotWithShape="1">
            <a:gsLst>
              <a:gs pos="0">
                <a:srgbClr val="14338F"/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172" tIns="23087" rIns="46172" bIns="23087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1465" dirty="0">
              <a:latin typeface="+mn-ea"/>
              <a:ea typeface="+mn-ea"/>
            </a:endParaRPr>
          </a:p>
        </p:txBody>
      </p:sp>
      <p:pic>
        <p:nvPicPr>
          <p:cNvPr id="37" name="그림 3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352" y="1512512"/>
            <a:ext cx="305946" cy="149769"/>
          </a:xfrm>
          <a:prstGeom prst="rect">
            <a:avLst/>
          </a:prstGeom>
        </p:spPr>
      </p:pic>
      <p:sp>
        <p:nvSpPr>
          <p:cNvPr id="38" name="텍스트 개체 틀 2"/>
          <p:cNvSpPr>
            <a:spLocks noGrp="1"/>
          </p:cNvSpPr>
          <p:nvPr userDrawn="1">
            <p:ph type="body" sz="quarter" idx="19"/>
          </p:nvPr>
        </p:nvSpPr>
        <p:spPr>
          <a:xfrm>
            <a:off x="1205788" y="1505321"/>
            <a:ext cx="7803729" cy="152887"/>
          </a:xfrm>
          <a:prstGeom prst="rect">
            <a:avLst/>
          </a:prstGeom>
          <a:noFill/>
          <a:ln w="6350" algn="ctr">
            <a:noFill/>
            <a:prstDash val="sysDot"/>
            <a:round/>
            <a:headEnd/>
            <a:tailEnd/>
          </a:ln>
        </p:spPr>
        <p:txBody>
          <a:bodyPr lIns="0" tIns="0" rIns="0" bIns="0" anchor="ctr">
            <a:scene3d>
              <a:camera prst="orthographicFront"/>
              <a:lightRig rig="brightRoom" dir="tl"/>
            </a:scene3d>
            <a:sp3d prstMaterial="flat">
              <a:bevelT w="0" h="0" prst="artDeco"/>
              <a:extrusionClr>
                <a:schemeClr val="tx2">
                  <a:lumMod val="50000"/>
                </a:schemeClr>
              </a:extrusionClr>
              <a:contourClr>
                <a:schemeClr val="tx2">
                  <a:lumMod val="20000"/>
                  <a:lumOff val="80000"/>
                </a:schemeClr>
              </a:contourClr>
            </a:sp3d>
          </a:bodyPr>
          <a:lstStyle>
            <a:lvl1pPr marL="279380" indent="-279380">
              <a:buNone/>
              <a:defRPr lang="ko-KR" altLang="en-US" sz="607" b="1" dirty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marL="0" lvl="0" indent="0" defTabSz="483472" eaLnBrk="0" latinLnBrk="0" hangingPunct="0">
              <a:spcBef>
                <a:spcPts val="76"/>
              </a:spcBef>
              <a:tabLst>
                <a:tab pos="2852721" algn="l"/>
              </a:tabLst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4603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타이틀_2줄_내용포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제목 100"/>
          <p:cNvSpPr>
            <a:spLocks noGrp="1"/>
          </p:cNvSpPr>
          <p:nvPr>
            <p:ph type="title"/>
          </p:nvPr>
        </p:nvSpPr>
        <p:spPr>
          <a:xfrm>
            <a:off x="1146793" y="741123"/>
            <a:ext cx="6117478" cy="189321"/>
          </a:xfrm>
          <a:prstGeom prst="rect">
            <a:avLst/>
          </a:prstGeom>
        </p:spPr>
        <p:txBody>
          <a:bodyPr lIns="0" rIns="0" anchor="t"/>
          <a:lstStyle>
            <a:lvl1pPr marL="0" algn="l" defTabSz="653066" rtl="0" eaLnBrk="1" fontAlgn="base" latinLnBrk="1" hangingPunct="1">
              <a:spcBef>
                <a:spcPct val="0"/>
              </a:spcBef>
              <a:spcAft>
                <a:spcPct val="0"/>
              </a:spcAft>
              <a:defRPr lang="ko-KR" altLang="en-US" sz="656" b="1" i="0" kern="1200" dirty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텍스트 개체 틀 2"/>
          <p:cNvSpPr>
            <a:spLocks noGrp="1"/>
          </p:cNvSpPr>
          <p:nvPr>
            <p:ph type="body" sz="quarter" idx="15"/>
          </p:nvPr>
        </p:nvSpPr>
        <p:spPr>
          <a:xfrm>
            <a:off x="1440303" y="303974"/>
            <a:ext cx="5823970" cy="161633"/>
          </a:xfrm>
          <a:prstGeom prst="rect">
            <a:avLst/>
          </a:prstGeom>
        </p:spPr>
        <p:txBody>
          <a:bodyPr lIns="0" rIns="0" anchor="ctr"/>
          <a:lstStyle>
            <a:lvl1pPr marL="279380" indent="-279380">
              <a:buNone/>
              <a:defRPr kumimoji="0" lang="ko-KR" altLang="en-US" sz="1011" b="1" dirty="0">
                <a:solidFill>
                  <a:srgbClr val="3F6EA7"/>
                </a:solidFill>
                <a:latin typeface="+mn-ea"/>
                <a:ea typeface="+mn-ea"/>
              </a:defRPr>
            </a:lvl1pPr>
          </a:lstStyle>
          <a:p>
            <a:pPr marL="0" lvl="0" indent="0" defTabSz="526768" eaLnBrk="0" fontAlgn="base" hangingPunct="0">
              <a:spcBef>
                <a:spcPts val="51"/>
              </a:spcBef>
              <a:spcAft>
                <a:spcPct val="0"/>
              </a:spcAft>
            </a:pPr>
            <a:r>
              <a:rPr lang="ko-KR" altLang="en-US" dirty="0"/>
              <a:t>마스터 텍스트</a:t>
            </a:r>
          </a:p>
        </p:txBody>
      </p:sp>
      <p:sp>
        <p:nvSpPr>
          <p:cNvPr id="26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1146794" y="621129"/>
            <a:ext cx="7829150" cy="138463"/>
          </a:xfrm>
          <a:prstGeom prst="rect">
            <a:avLst/>
          </a:prstGeom>
        </p:spPr>
        <p:txBody>
          <a:bodyPr lIns="0" rIns="0" anchor="ctr"/>
          <a:lstStyle>
            <a:lvl1pPr marL="0" indent="0">
              <a:spcBef>
                <a:spcPts val="51"/>
              </a:spcBef>
              <a:buNone/>
              <a:defRPr kumimoji="0" lang="ko-KR" altLang="en-US" sz="507" kern="1200" dirty="0">
                <a:solidFill>
                  <a:srgbClr val="3F6EA7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0" algn="l" defTabSz="526768" rtl="0" eaLnBrk="0" fontAlgn="base" latinLnBrk="1" hangingPunct="0">
              <a:spcBef>
                <a:spcPts val="51"/>
              </a:spcBef>
              <a:spcAft>
                <a:spcPct val="0"/>
              </a:spcAft>
              <a:buFont typeface="Arial" charset="0"/>
              <a:buNone/>
            </a:pPr>
            <a:r>
              <a:rPr lang="ko-KR" altLang="en-US" dirty="0"/>
              <a:t>마스터 텍스트</a:t>
            </a:r>
          </a:p>
        </p:txBody>
      </p:sp>
      <p:sp>
        <p:nvSpPr>
          <p:cNvPr id="33" name="텍스트 개체 틀 2"/>
          <p:cNvSpPr>
            <a:spLocks noGrp="1"/>
          </p:cNvSpPr>
          <p:nvPr>
            <p:ph type="body" sz="quarter" idx="18"/>
          </p:nvPr>
        </p:nvSpPr>
        <p:spPr>
          <a:xfrm>
            <a:off x="1149751" y="1050685"/>
            <a:ext cx="7899381" cy="346158"/>
          </a:xfrm>
          <a:prstGeom prst="rect">
            <a:avLst/>
          </a:prstGeom>
          <a:solidFill>
            <a:schemeClr val="bg1">
              <a:alpha val="80000"/>
            </a:schemeClr>
          </a:solidFill>
          <a:ln w="6350" algn="ctr">
            <a:noFill/>
            <a:prstDash val="sysDot"/>
            <a:round/>
            <a:headEnd/>
            <a:tailEnd/>
          </a:ln>
        </p:spPr>
        <p:txBody>
          <a:bodyPr lIns="0" tIns="0" rIns="0" bIns="0" anchor="t">
            <a:scene3d>
              <a:camera prst="orthographicFront"/>
              <a:lightRig rig="brightRoom" dir="tl"/>
            </a:scene3d>
            <a:sp3d prstMaterial="flat">
              <a:bevelT w="0" h="0" prst="artDeco"/>
              <a:extrusionClr>
                <a:schemeClr val="tx2">
                  <a:lumMod val="50000"/>
                </a:schemeClr>
              </a:extrusionClr>
              <a:contourClr>
                <a:schemeClr val="tx2">
                  <a:lumMod val="20000"/>
                  <a:lumOff val="80000"/>
                </a:schemeClr>
              </a:contourClr>
            </a:sp3d>
          </a:bodyPr>
          <a:lstStyle>
            <a:lvl1pPr marL="0" indent="0" algn="just" defTabSz="483472" rtl="0" eaLnBrk="0" latinLnBrk="0" hangingPunct="0">
              <a:spcBef>
                <a:spcPts val="76"/>
              </a:spcBef>
              <a:buNone/>
              <a:tabLst>
                <a:tab pos="2852721" algn="l"/>
              </a:tabLst>
              <a:defRPr lang="ko-KR" altLang="en-US" sz="556" kern="1200" dirty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0" algn="l" defTabSz="483472" rtl="0" eaLnBrk="0" latinLnBrk="0" hangingPunct="0">
              <a:tabLst>
                <a:tab pos="2852721" algn="l"/>
              </a:tabLst>
              <a:defRPr lang="ko-KR" altLang="en-US" sz="507" kern="1200" dirty="0" smtClean="0">
                <a:solidFill>
                  <a:schemeClr val="tx2">
                    <a:lumMod val="75000"/>
                  </a:schemeClr>
                </a:solidFill>
                <a:latin typeface="-윤고딕140" pitchFamily="18" charset="-127"/>
                <a:ea typeface="-윤고딕140" pitchFamily="18" charset="-127"/>
                <a:cs typeface="+mn-cs"/>
              </a:defRPr>
            </a:lvl2pPr>
            <a:lvl3pPr marL="0" algn="l" defTabSz="483472" rtl="0" eaLnBrk="0" latinLnBrk="0" hangingPunct="0">
              <a:tabLst>
                <a:tab pos="2852721" algn="l"/>
              </a:tabLst>
              <a:defRPr lang="ko-KR" altLang="en-US" sz="507" kern="1200" dirty="0" smtClean="0">
                <a:solidFill>
                  <a:schemeClr val="tx2">
                    <a:lumMod val="75000"/>
                  </a:schemeClr>
                </a:solidFill>
                <a:latin typeface="-윤고딕140" pitchFamily="18" charset="-127"/>
                <a:ea typeface="-윤고딕140" pitchFamily="18" charset="-127"/>
                <a:cs typeface="+mn-cs"/>
              </a:defRPr>
            </a:lvl3pPr>
            <a:lvl4pPr marL="0" algn="l" defTabSz="483472" rtl="0" eaLnBrk="0" latinLnBrk="0" hangingPunct="0">
              <a:tabLst>
                <a:tab pos="2852721" algn="l"/>
              </a:tabLst>
              <a:defRPr lang="ko-KR" altLang="en-US" sz="507" kern="1200" dirty="0" smtClean="0">
                <a:solidFill>
                  <a:schemeClr val="tx2">
                    <a:lumMod val="75000"/>
                  </a:schemeClr>
                </a:solidFill>
                <a:latin typeface="-윤고딕140" pitchFamily="18" charset="-127"/>
                <a:ea typeface="-윤고딕140" pitchFamily="18" charset="-127"/>
                <a:cs typeface="+mn-cs"/>
              </a:defRPr>
            </a:lvl4pPr>
            <a:lvl5pPr marL="0" algn="l" defTabSz="483472" rtl="0" eaLnBrk="0" latinLnBrk="0" hangingPunct="0">
              <a:tabLst>
                <a:tab pos="2852721" algn="l"/>
              </a:tabLst>
              <a:defRPr lang="ko-KR" altLang="en-US" sz="507" kern="1200" dirty="0">
                <a:solidFill>
                  <a:schemeClr val="tx2">
                    <a:lumMod val="75000"/>
                  </a:schemeClr>
                </a:solidFill>
                <a:latin typeface="-윤고딕140" pitchFamily="18" charset="-127"/>
                <a:ea typeface="-윤고딕140" pitchFamily="18" charset="-127"/>
                <a:cs typeface="+mn-cs"/>
              </a:defRPr>
            </a:lvl5pPr>
          </a:lstStyle>
          <a:p>
            <a:pPr marL="0" lvl="0" defTabSz="483472" eaLnBrk="0" latinLnBrk="0" hangingPunct="0">
              <a:tabLst>
                <a:tab pos="2852721" algn="l"/>
              </a:tabLst>
            </a:pPr>
            <a:endParaRPr lang="ko-KR" altLang="en-US" dirty="0"/>
          </a:p>
        </p:txBody>
      </p:sp>
      <p:sp>
        <p:nvSpPr>
          <p:cNvPr id="37" name="텍스트 개체 틀 2"/>
          <p:cNvSpPr>
            <a:spLocks noGrp="1"/>
          </p:cNvSpPr>
          <p:nvPr>
            <p:ph type="body" sz="quarter" idx="22"/>
          </p:nvPr>
        </p:nvSpPr>
        <p:spPr>
          <a:xfrm>
            <a:off x="1033334" y="1745200"/>
            <a:ext cx="8015796" cy="145434"/>
          </a:xfrm>
          <a:prstGeom prst="rect">
            <a:avLst/>
          </a:prstGeom>
          <a:noFill/>
          <a:ln w="6350" algn="ctr">
            <a:noFill/>
            <a:prstDash val="sysDot"/>
            <a:round/>
            <a:headEnd/>
            <a:tailEnd/>
          </a:ln>
        </p:spPr>
        <p:txBody>
          <a:bodyPr lIns="0" tIns="0" rIns="0" bIns="0" anchor="ctr">
            <a:scene3d>
              <a:camera prst="orthographicFront"/>
              <a:lightRig rig="brightRoom" dir="tl"/>
            </a:scene3d>
            <a:sp3d prstMaterial="flat">
              <a:bevelT w="0" h="0" prst="artDeco"/>
              <a:extrusionClr>
                <a:schemeClr val="tx2">
                  <a:lumMod val="50000"/>
                </a:schemeClr>
              </a:extrusionClr>
              <a:contourClr>
                <a:schemeClr val="tx2">
                  <a:lumMod val="20000"/>
                  <a:lumOff val="80000"/>
                </a:schemeClr>
              </a:contourClr>
            </a:sp3d>
          </a:bodyPr>
          <a:lstStyle>
            <a:lvl1pPr marL="0" indent="0" algn="l" defTabSz="483472" rtl="0" eaLnBrk="0" latinLnBrk="0" hangingPunct="0">
              <a:spcBef>
                <a:spcPts val="76"/>
              </a:spcBef>
              <a:buNone/>
              <a:tabLst>
                <a:tab pos="2852721" algn="l"/>
              </a:tabLst>
              <a:defRPr lang="ko-KR" altLang="en-US" sz="556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0" algn="l" defTabSz="483472" rtl="0" eaLnBrk="0" latinLnBrk="0" hangingPunct="0">
              <a:tabLst>
                <a:tab pos="2852721" algn="l"/>
              </a:tabLst>
              <a:defRPr lang="ko-KR" altLang="en-US" sz="507" kern="1200" dirty="0" smtClean="0">
                <a:solidFill>
                  <a:schemeClr val="tx2">
                    <a:lumMod val="75000"/>
                  </a:schemeClr>
                </a:solidFill>
                <a:latin typeface="-윤고딕140" pitchFamily="18" charset="-127"/>
                <a:ea typeface="-윤고딕140" pitchFamily="18" charset="-127"/>
                <a:cs typeface="+mn-cs"/>
              </a:defRPr>
            </a:lvl2pPr>
            <a:lvl3pPr marL="0" algn="l" defTabSz="483472" rtl="0" eaLnBrk="0" latinLnBrk="0" hangingPunct="0">
              <a:tabLst>
                <a:tab pos="2852721" algn="l"/>
              </a:tabLst>
              <a:defRPr lang="ko-KR" altLang="en-US" sz="507" kern="1200" dirty="0" smtClean="0">
                <a:solidFill>
                  <a:schemeClr val="tx2">
                    <a:lumMod val="75000"/>
                  </a:schemeClr>
                </a:solidFill>
                <a:latin typeface="-윤고딕140" pitchFamily="18" charset="-127"/>
                <a:ea typeface="-윤고딕140" pitchFamily="18" charset="-127"/>
                <a:cs typeface="+mn-cs"/>
              </a:defRPr>
            </a:lvl3pPr>
            <a:lvl4pPr marL="0" algn="l" defTabSz="483472" rtl="0" eaLnBrk="0" latinLnBrk="0" hangingPunct="0">
              <a:tabLst>
                <a:tab pos="2852721" algn="l"/>
              </a:tabLst>
              <a:defRPr lang="ko-KR" altLang="en-US" sz="507" kern="1200" dirty="0" smtClean="0">
                <a:solidFill>
                  <a:schemeClr val="tx2">
                    <a:lumMod val="75000"/>
                  </a:schemeClr>
                </a:solidFill>
                <a:latin typeface="-윤고딕140" pitchFamily="18" charset="-127"/>
                <a:ea typeface="-윤고딕140" pitchFamily="18" charset="-127"/>
                <a:cs typeface="+mn-cs"/>
              </a:defRPr>
            </a:lvl4pPr>
            <a:lvl5pPr marL="0" algn="l" defTabSz="483472" rtl="0" eaLnBrk="0" latinLnBrk="0" hangingPunct="0">
              <a:tabLst>
                <a:tab pos="2852721" algn="l"/>
              </a:tabLst>
              <a:defRPr lang="ko-KR" altLang="en-US" sz="507" kern="1200" dirty="0">
                <a:solidFill>
                  <a:schemeClr val="tx2">
                    <a:lumMod val="75000"/>
                  </a:schemeClr>
                </a:solidFill>
                <a:latin typeface="-윤고딕140" pitchFamily="18" charset="-127"/>
                <a:ea typeface="-윤고딕140" pitchFamily="18" charset="-127"/>
                <a:cs typeface="+mn-cs"/>
              </a:defRPr>
            </a:lvl5pPr>
          </a:lstStyle>
          <a:p>
            <a:pPr marL="0" lvl="0" defTabSz="483472" eaLnBrk="0" latinLnBrk="0" hangingPunct="0">
              <a:tabLst>
                <a:tab pos="2852721" algn="l"/>
              </a:tabLst>
            </a:pPr>
            <a:endParaRPr lang="ko-KR" altLang="en-US" dirty="0"/>
          </a:p>
        </p:txBody>
      </p:sp>
      <p:sp>
        <p:nvSpPr>
          <p:cNvPr id="38" name="모서리가 둥근 직사각형 37"/>
          <p:cNvSpPr/>
          <p:nvPr userDrawn="1"/>
        </p:nvSpPr>
        <p:spPr>
          <a:xfrm>
            <a:off x="854579" y="1768291"/>
            <a:ext cx="90681" cy="109510"/>
          </a:xfrm>
          <a:prstGeom prst="roundRect">
            <a:avLst>
              <a:gd name="adj" fmla="val 34813"/>
            </a:avLst>
          </a:prstGeom>
          <a:gradFill flip="none" rotWithShape="1">
            <a:gsLst>
              <a:gs pos="45000">
                <a:srgbClr val="306AAA"/>
              </a:gs>
              <a:gs pos="46000">
                <a:srgbClr val="9FC9F7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5" dirty="0">
              <a:latin typeface="+mn-ea"/>
              <a:ea typeface="+mn-ea"/>
            </a:endParaRPr>
          </a:p>
        </p:txBody>
      </p:sp>
      <p:grpSp>
        <p:nvGrpSpPr>
          <p:cNvPr id="46" name="그룹 45"/>
          <p:cNvGrpSpPr/>
          <p:nvPr userDrawn="1"/>
        </p:nvGrpSpPr>
        <p:grpSpPr>
          <a:xfrm>
            <a:off x="708283" y="1489404"/>
            <a:ext cx="8489439" cy="184724"/>
            <a:chOff x="540631" y="2394372"/>
            <a:chExt cx="6480000" cy="288032"/>
          </a:xfrm>
        </p:grpSpPr>
        <p:sp>
          <p:nvSpPr>
            <p:cNvPr id="47" name="자유형 46"/>
            <p:cNvSpPr/>
            <p:nvPr userDrawn="1"/>
          </p:nvSpPr>
          <p:spPr bwMode="auto">
            <a:xfrm>
              <a:off x="540631" y="2394372"/>
              <a:ext cx="6480000" cy="251090"/>
            </a:xfrm>
            <a:custGeom>
              <a:avLst/>
              <a:gdLst>
                <a:gd name="connsiteX0" fmla="*/ 0 w 6273167"/>
                <a:gd name="connsiteY0" fmla="*/ 103600 h 251090"/>
                <a:gd name="connsiteX1" fmla="*/ 30344 w 6273167"/>
                <a:gd name="connsiteY1" fmla="*/ 30344 h 251090"/>
                <a:gd name="connsiteX2" fmla="*/ 103600 w 6273167"/>
                <a:gd name="connsiteY2" fmla="*/ 0 h 251090"/>
                <a:gd name="connsiteX3" fmla="*/ 6169567 w 6273167"/>
                <a:gd name="connsiteY3" fmla="*/ 0 h 251090"/>
                <a:gd name="connsiteX4" fmla="*/ 6242823 w 6273167"/>
                <a:gd name="connsiteY4" fmla="*/ 30344 h 251090"/>
                <a:gd name="connsiteX5" fmla="*/ 6273167 w 6273167"/>
                <a:gd name="connsiteY5" fmla="*/ 103600 h 251090"/>
                <a:gd name="connsiteX6" fmla="*/ 6273167 w 6273167"/>
                <a:gd name="connsiteY6" fmla="*/ 147490 h 251090"/>
                <a:gd name="connsiteX7" fmla="*/ 6242823 w 6273167"/>
                <a:gd name="connsiteY7" fmla="*/ 220746 h 251090"/>
                <a:gd name="connsiteX8" fmla="*/ 6169567 w 6273167"/>
                <a:gd name="connsiteY8" fmla="*/ 251090 h 251090"/>
                <a:gd name="connsiteX9" fmla="*/ 103600 w 6273167"/>
                <a:gd name="connsiteY9" fmla="*/ 251090 h 251090"/>
                <a:gd name="connsiteX10" fmla="*/ 30344 w 6273167"/>
                <a:gd name="connsiteY10" fmla="*/ 220746 h 251090"/>
                <a:gd name="connsiteX11" fmla="*/ 0 w 6273167"/>
                <a:gd name="connsiteY11" fmla="*/ 147490 h 251090"/>
                <a:gd name="connsiteX12" fmla="*/ 0 w 6273167"/>
                <a:gd name="connsiteY12" fmla="*/ 103600 h 251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73167" h="251090">
                  <a:moveTo>
                    <a:pt x="0" y="103600"/>
                  </a:moveTo>
                  <a:cubicBezTo>
                    <a:pt x="0" y="76124"/>
                    <a:pt x="10915" y="49772"/>
                    <a:pt x="30344" y="30344"/>
                  </a:cubicBezTo>
                  <a:cubicBezTo>
                    <a:pt x="49773" y="10915"/>
                    <a:pt x="76124" y="0"/>
                    <a:pt x="103600" y="0"/>
                  </a:cubicBezTo>
                  <a:lnTo>
                    <a:pt x="6169567" y="0"/>
                  </a:lnTo>
                  <a:cubicBezTo>
                    <a:pt x="6197043" y="0"/>
                    <a:pt x="6223395" y="10915"/>
                    <a:pt x="6242823" y="30344"/>
                  </a:cubicBezTo>
                  <a:cubicBezTo>
                    <a:pt x="6262252" y="49773"/>
                    <a:pt x="6273167" y="76124"/>
                    <a:pt x="6273167" y="103600"/>
                  </a:cubicBezTo>
                  <a:lnTo>
                    <a:pt x="6273167" y="147490"/>
                  </a:lnTo>
                  <a:cubicBezTo>
                    <a:pt x="6273167" y="174966"/>
                    <a:pt x="6262252" y="201318"/>
                    <a:pt x="6242823" y="220746"/>
                  </a:cubicBezTo>
                  <a:cubicBezTo>
                    <a:pt x="6223394" y="240175"/>
                    <a:pt x="6197043" y="251090"/>
                    <a:pt x="6169567" y="251090"/>
                  </a:cubicBezTo>
                  <a:lnTo>
                    <a:pt x="103600" y="251090"/>
                  </a:lnTo>
                  <a:cubicBezTo>
                    <a:pt x="76124" y="251090"/>
                    <a:pt x="49772" y="240175"/>
                    <a:pt x="30344" y="220746"/>
                  </a:cubicBezTo>
                  <a:cubicBezTo>
                    <a:pt x="10915" y="201317"/>
                    <a:pt x="0" y="174966"/>
                    <a:pt x="0" y="147490"/>
                  </a:cubicBezTo>
                  <a:lnTo>
                    <a:pt x="0" y="1036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14338F"/>
                </a:gs>
                <a:gs pos="100000">
                  <a:srgbClr val="2A71B7">
                    <a:alpha val="30000"/>
                  </a:srgbClr>
                </a:gs>
              </a:gsLst>
              <a:lin ang="0" scaled="0"/>
              <a:tileRect/>
            </a:gradFill>
            <a:ln>
              <a:noFill/>
            </a:ln>
            <a:effectLst>
              <a:outerShdw blurRad="50800" dist="127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2" tIns="45711" rIns="91422" bIns="45711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465">
                <a:latin typeface="+mn-ea"/>
                <a:ea typeface="+mn-ea"/>
              </a:endParaRPr>
            </a:p>
          </p:txBody>
        </p:sp>
        <p:sp>
          <p:nvSpPr>
            <p:cNvPr id="48" name="양쪽 모서리가 둥근 사각형 47"/>
            <p:cNvSpPr/>
            <p:nvPr userDrawn="1"/>
          </p:nvSpPr>
          <p:spPr bwMode="auto">
            <a:xfrm>
              <a:off x="540631" y="2431314"/>
              <a:ext cx="6480000" cy="25109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4281B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2" tIns="45711" rIns="91422" bIns="45711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465" dirty="0">
                <a:latin typeface="+mn-ea"/>
                <a:ea typeface="+mn-ea"/>
              </a:endParaRPr>
            </a:p>
          </p:txBody>
        </p:sp>
        <p:sp>
          <p:nvSpPr>
            <p:cNvPr id="49" name="눈물 방울 48"/>
            <p:cNvSpPr/>
            <p:nvPr userDrawn="1"/>
          </p:nvSpPr>
          <p:spPr bwMode="auto">
            <a:xfrm rot="10800000">
              <a:off x="540632" y="2431314"/>
              <a:ext cx="274827" cy="251090"/>
            </a:xfrm>
            <a:prstGeom prst="teardrop">
              <a:avLst/>
            </a:prstGeom>
            <a:gradFill flip="none" rotWithShape="1">
              <a:gsLst>
                <a:gs pos="0">
                  <a:srgbClr val="14338F"/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08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2" tIns="45711" rIns="91422" bIns="45711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465" dirty="0">
                <a:latin typeface="+mn-ea"/>
                <a:ea typeface="+mn-ea"/>
              </a:endParaRPr>
            </a:p>
          </p:txBody>
        </p:sp>
        <p:sp>
          <p:nvSpPr>
            <p:cNvPr id="50" name="모서리가 둥근 직사각형 49"/>
            <p:cNvSpPr/>
            <p:nvPr userDrawn="1"/>
          </p:nvSpPr>
          <p:spPr bwMode="auto">
            <a:xfrm>
              <a:off x="540632" y="2430404"/>
              <a:ext cx="612070" cy="252000"/>
            </a:xfrm>
            <a:prstGeom prst="roundRect">
              <a:avLst>
                <a:gd name="adj" fmla="val 41260"/>
              </a:avLst>
            </a:prstGeom>
            <a:gradFill flip="none" rotWithShape="1">
              <a:gsLst>
                <a:gs pos="0">
                  <a:srgbClr val="14338F"/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2" tIns="45711" rIns="91422" bIns="45711" anchor="ctr"/>
            <a:lstStyle/>
            <a:p>
              <a:pPr lvl="0"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465" dirty="0">
                <a:latin typeface="+mn-ea"/>
              </a:endParaRPr>
            </a:p>
          </p:txBody>
        </p:sp>
        <p:pic>
          <p:nvPicPr>
            <p:cNvPr id="51" name="그림 50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9460" y="2430403"/>
              <a:ext cx="233529" cy="233529"/>
            </a:xfrm>
            <a:prstGeom prst="rect">
              <a:avLst/>
            </a:prstGeom>
          </p:spPr>
        </p:pic>
      </p:grpSp>
      <p:sp>
        <p:nvSpPr>
          <p:cNvPr id="52" name="텍스트 개체 틀 2"/>
          <p:cNvSpPr>
            <a:spLocks noGrp="1"/>
          </p:cNvSpPr>
          <p:nvPr>
            <p:ph type="body" sz="quarter" idx="19"/>
          </p:nvPr>
        </p:nvSpPr>
        <p:spPr>
          <a:xfrm>
            <a:off x="1205788" y="1505321"/>
            <a:ext cx="7803729" cy="152887"/>
          </a:xfrm>
          <a:prstGeom prst="rect">
            <a:avLst/>
          </a:prstGeom>
          <a:noFill/>
          <a:ln w="6350" algn="ctr">
            <a:noFill/>
            <a:prstDash val="sysDot"/>
            <a:round/>
            <a:headEnd/>
            <a:tailEnd/>
          </a:ln>
        </p:spPr>
        <p:txBody>
          <a:bodyPr lIns="0" tIns="0" rIns="0" bIns="0" anchor="ctr">
            <a:scene3d>
              <a:camera prst="orthographicFront"/>
              <a:lightRig rig="brightRoom" dir="tl"/>
            </a:scene3d>
            <a:sp3d prstMaterial="flat">
              <a:bevelT w="0" h="0" prst="artDeco"/>
              <a:extrusionClr>
                <a:schemeClr val="tx2">
                  <a:lumMod val="50000"/>
                </a:schemeClr>
              </a:extrusionClr>
              <a:contourClr>
                <a:schemeClr val="tx2">
                  <a:lumMod val="20000"/>
                  <a:lumOff val="80000"/>
                </a:schemeClr>
              </a:contourClr>
            </a:sp3d>
          </a:bodyPr>
          <a:lstStyle>
            <a:lvl1pPr marL="279380" indent="-279380">
              <a:buNone/>
              <a:defRPr lang="ko-KR" altLang="en-US" sz="607" b="1" dirty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marL="0" lvl="0" indent="0" defTabSz="483472" eaLnBrk="0" latinLnBrk="0" hangingPunct="0">
              <a:spcBef>
                <a:spcPts val="76"/>
              </a:spcBef>
              <a:tabLst>
                <a:tab pos="2852721" algn="l"/>
              </a:tabLst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020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타이틀_2줄_내용포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제목 100"/>
          <p:cNvSpPr>
            <a:spLocks noGrp="1"/>
          </p:cNvSpPr>
          <p:nvPr>
            <p:ph type="title"/>
          </p:nvPr>
        </p:nvSpPr>
        <p:spPr>
          <a:xfrm>
            <a:off x="1146793" y="741123"/>
            <a:ext cx="6117478" cy="189321"/>
          </a:xfrm>
          <a:prstGeom prst="rect">
            <a:avLst/>
          </a:prstGeom>
        </p:spPr>
        <p:txBody>
          <a:bodyPr lIns="0" rIns="0" anchor="t"/>
          <a:lstStyle>
            <a:lvl1pPr marL="0" algn="l" defTabSz="653066" rtl="0" eaLnBrk="1" fontAlgn="base" latinLnBrk="1" hangingPunct="1">
              <a:spcBef>
                <a:spcPct val="0"/>
              </a:spcBef>
              <a:spcAft>
                <a:spcPct val="0"/>
              </a:spcAft>
              <a:defRPr lang="ko-KR" altLang="en-US" sz="656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텍스트 개체 틀 2"/>
          <p:cNvSpPr>
            <a:spLocks noGrp="1"/>
          </p:cNvSpPr>
          <p:nvPr>
            <p:ph type="body" sz="quarter" idx="15"/>
          </p:nvPr>
        </p:nvSpPr>
        <p:spPr>
          <a:xfrm>
            <a:off x="1440303" y="303974"/>
            <a:ext cx="5823970" cy="161633"/>
          </a:xfrm>
          <a:prstGeom prst="rect">
            <a:avLst/>
          </a:prstGeom>
        </p:spPr>
        <p:txBody>
          <a:bodyPr lIns="0" rIns="0" anchor="ctr"/>
          <a:lstStyle>
            <a:lvl1pPr marL="279380" indent="-279380">
              <a:buNone/>
              <a:defRPr kumimoji="0" lang="ko-KR" altLang="en-US" sz="1011" b="1" dirty="0">
                <a:solidFill>
                  <a:srgbClr val="3F6EA7"/>
                </a:solidFill>
                <a:latin typeface="+mn-ea"/>
                <a:ea typeface="+mn-ea"/>
              </a:defRPr>
            </a:lvl1pPr>
          </a:lstStyle>
          <a:p>
            <a:pPr marL="0" lvl="0" indent="0" defTabSz="526768" eaLnBrk="0" fontAlgn="base" hangingPunct="0">
              <a:spcBef>
                <a:spcPts val="51"/>
              </a:spcBef>
              <a:spcAft>
                <a:spcPct val="0"/>
              </a:spcAft>
            </a:pPr>
            <a:r>
              <a:rPr lang="ko-KR" altLang="en-US" dirty="0"/>
              <a:t>마스터 텍스트</a:t>
            </a:r>
          </a:p>
        </p:txBody>
      </p:sp>
      <p:sp>
        <p:nvSpPr>
          <p:cNvPr id="26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1146794" y="621129"/>
            <a:ext cx="7829150" cy="138463"/>
          </a:xfrm>
          <a:prstGeom prst="rect">
            <a:avLst/>
          </a:prstGeom>
        </p:spPr>
        <p:txBody>
          <a:bodyPr lIns="0" rIns="0" anchor="ctr"/>
          <a:lstStyle>
            <a:lvl1pPr marL="0" indent="0">
              <a:spcBef>
                <a:spcPts val="51"/>
              </a:spcBef>
              <a:buNone/>
              <a:defRPr kumimoji="0" lang="ko-KR" altLang="en-US" sz="507" kern="1200" dirty="0">
                <a:solidFill>
                  <a:srgbClr val="3F6EA7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0" algn="l" defTabSz="526768" rtl="0" eaLnBrk="0" fontAlgn="base" latinLnBrk="1" hangingPunct="0">
              <a:spcBef>
                <a:spcPts val="51"/>
              </a:spcBef>
              <a:spcAft>
                <a:spcPct val="0"/>
              </a:spcAft>
              <a:buFont typeface="Arial" charset="0"/>
              <a:buNone/>
            </a:pPr>
            <a:r>
              <a:rPr lang="ko-KR" altLang="en-US" dirty="0"/>
              <a:t>마스터 텍스트</a:t>
            </a:r>
          </a:p>
        </p:txBody>
      </p:sp>
      <p:sp>
        <p:nvSpPr>
          <p:cNvPr id="33" name="텍스트 개체 틀 2"/>
          <p:cNvSpPr>
            <a:spLocks noGrp="1"/>
          </p:cNvSpPr>
          <p:nvPr>
            <p:ph type="body" sz="quarter" idx="18"/>
          </p:nvPr>
        </p:nvSpPr>
        <p:spPr>
          <a:xfrm>
            <a:off x="1149751" y="1050685"/>
            <a:ext cx="7899381" cy="346158"/>
          </a:xfrm>
          <a:prstGeom prst="rect">
            <a:avLst/>
          </a:prstGeom>
          <a:solidFill>
            <a:schemeClr val="bg1">
              <a:alpha val="80000"/>
            </a:schemeClr>
          </a:solidFill>
          <a:ln w="6350" algn="ctr">
            <a:noFill/>
            <a:prstDash val="sysDot"/>
            <a:round/>
            <a:headEnd/>
            <a:tailEnd/>
          </a:ln>
        </p:spPr>
        <p:txBody>
          <a:bodyPr lIns="0" tIns="0" rIns="0" bIns="0" anchor="t">
            <a:scene3d>
              <a:camera prst="orthographicFront"/>
              <a:lightRig rig="brightRoom" dir="tl"/>
            </a:scene3d>
            <a:sp3d prstMaterial="flat">
              <a:bevelT w="0" h="0" prst="artDeco"/>
              <a:extrusionClr>
                <a:schemeClr val="tx2">
                  <a:lumMod val="50000"/>
                </a:schemeClr>
              </a:extrusionClr>
              <a:contourClr>
                <a:schemeClr val="tx2">
                  <a:lumMod val="20000"/>
                  <a:lumOff val="80000"/>
                </a:schemeClr>
              </a:contourClr>
            </a:sp3d>
          </a:bodyPr>
          <a:lstStyle>
            <a:lvl1pPr marL="0" indent="0" algn="just" defTabSz="483472" rtl="0" eaLnBrk="0" latinLnBrk="0" hangingPunct="0">
              <a:spcBef>
                <a:spcPts val="76"/>
              </a:spcBef>
              <a:buNone/>
              <a:tabLst>
                <a:tab pos="2852721" algn="l"/>
              </a:tabLst>
              <a:defRPr lang="ko-KR" altLang="en-US" sz="556" kern="1200" dirty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0" algn="l" defTabSz="483472" rtl="0" eaLnBrk="0" latinLnBrk="0" hangingPunct="0">
              <a:tabLst>
                <a:tab pos="2852721" algn="l"/>
              </a:tabLst>
              <a:defRPr lang="ko-KR" altLang="en-US" sz="507" kern="1200" dirty="0" smtClean="0">
                <a:solidFill>
                  <a:schemeClr val="tx2">
                    <a:lumMod val="75000"/>
                  </a:schemeClr>
                </a:solidFill>
                <a:latin typeface="-윤고딕140" pitchFamily="18" charset="-127"/>
                <a:ea typeface="-윤고딕140" pitchFamily="18" charset="-127"/>
                <a:cs typeface="+mn-cs"/>
              </a:defRPr>
            </a:lvl2pPr>
            <a:lvl3pPr marL="0" algn="l" defTabSz="483472" rtl="0" eaLnBrk="0" latinLnBrk="0" hangingPunct="0">
              <a:tabLst>
                <a:tab pos="2852721" algn="l"/>
              </a:tabLst>
              <a:defRPr lang="ko-KR" altLang="en-US" sz="507" kern="1200" dirty="0" smtClean="0">
                <a:solidFill>
                  <a:schemeClr val="tx2">
                    <a:lumMod val="75000"/>
                  </a:schemeClr>
                </a:solidFill>
                <a:latin typeface="-윤고딕140" pitchFamily="18" charset="-127"/>
                <a:ea typeface="-윤고딕140" pitchFamily="18" charset="-127"/>
                <a:cs typeface="+mn-cs"/>
              </a:defRPr>
            </a:lvl3pPr>
            <a:lvl4pPr marL="0" algn="l" defTabSz="483472" rtl="0" eaLnBrk="0" latinLnBrk="0" hangingPunct="0">
              <a:tabLst>
                <a:tab pos="2852721" algn="l"/>
              </a:tabLst>
              <a:defRPr lang="ko-KR" altLang="en-US" sz="507" kern="1200" dirty="0" smtClean="0">
                <a:solidFill>
                  <a:schemeClr val="tx2">
                    <a:lumMod val="75000"/>
                  </a:schemeClr>
                </a:solidFill>
                <a:latin typeface="-윤고딕140" pitchFamily="18" charset="-127"/>
                <a:ea typeface="-윤고딕140" pitchFamily="18" charset="-127"/>
                <a:cs typeface="+mn-cs"/>
              </a:defRPr>
            </a:lvl4pPr>
            <a:lvl5pPr marL="0" algn="l" defTabSz="483472" rtl="0" eaLnBrk="0" latinLnBrk="0" hangingPunct="0">
              <a:tabLst>
                <a:tab pos="2852721" algn="l"/>
              </a:tabLst>
              <a:defRPr lang="ko-KR" altLang="en-US" sz="507" kern="1200" dirty="0">
                <a:solidFill>
                  <a:schemeClr val="tx2">
                    <a:lumMod val="75000"/>
                  </a:schemeClr>
                </a:solidFill>
                <a:latin typeface="-윤고딕140" pitchFamily="18" charset="-127"/>
                <a:ea typeface="-윤고딕140" pitchFamily="18" charset="-127"/>
                <a:cs typeface="+mn-cs"/>
              </a:defRPr>
            </a:lvl5pPr>
          </a:lstStyle>
          <a:p>
            <a:pPr marL="0" lvl="0" defTabSz="483472" eaLnBrk="0" latinLnBrk="0" hangingPunct="0">
              <a:tabLst>
                <a:tab pos="2852721" algn="l"/>
              </a:tabLst>
            </a:pPr>
            <a:endParaRPr lang="ko-KR" altLang="en-US" dirty="0"/>
          </a:p>
        </p:txBody>
      </p:sp>
      <p:sp>
        <p:nvSpPr>
          <p:cNvPr id="21" name="텍스트 개체 틀 2"/>
          <p:cNvSpPr>
            <a:spLocks noGrp="1"/>
          </p:cNvSpPr>
          <p:nvPr>
            <p:ph type="body" sz="quarter" idx="23"/>
          </p:nvPr>
        </p:nvSpPr>
        <p:spPr>
          <a:xfrm>
            <a:off x="1390380" y="1990502"/>
            <a:ext cx="7653926" cy="145434"/>
          </a:xfrm>
          <a:prstGeom prst="rect">
            <a:avLst/>
          </a:prstGeom>
          <a:noFill/>
          <a:ln w="6350" algn="ctr">
            <a:noFill/>
            <a:prstDash val="sysDot"/>
            <a:round/>
            <a:headEnd/>
            <a:tailEnd/>
          </a:ln>
        </p:spPr>
        <p:txBody>
          <a:bodyPr lIns="0" tIns="0" rIns="0" bIns="0" anchor="ctr">
            <a:scene3d>
              <a:camera prst="orthographicFront"/>
              <a:lightRig rig="brightRoom" dir="tl"/>
            </a:scene3d>
            <a:sp3d prstMaterial="flat">
              <a:bevelT w="0" h="0" prst="artDeco"/>
              <a:extrusionClr>
                <a:schemeClr val="tx2">
                  <a:lumMod val="50000"/>
                </a:schemeClr>
              </a:extrusionClr>
              <a:contourClr>
                <a:schemeClr val="tx2">
                  <a:lumMod val="20000"/>
                  <a:lumOff val="80000"/>
                </a:schemeClr>
              </a:contourClr>
            </a:sp3d>
          </a:bodyPr>
          <a:lstStyle>
            <a:lvl1pPr marL="0" indent="0" algn="l" defTabSz="483472" rtl="0" eaLnBrk="0" latinLnBrk="0" hangingPunct="0">
              <a:spcBef>
                <a:spcPts val="76"/>
              </a:spcBef>
              <a:buNone/>
              <a:tabLst>
                <a:tab pos="2852721" algn="l"/>
              </a:tabLst>
              <a:defRPr lang="ko-KR" altLang="en-US" sz="556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0" algn="l" defTabSz="483472" rtl="0" eaLnBrk="0" latinLnBrk="0" hangingPunct="0">
              <a:tabLst>
                <a:tab pos="2852721" algn="l"/>
              </a:tabLst>
              <a:defRPr lang="ko-KR" altLang="en-US" sz="507" kern="1200" dirty="0" smtClean="0">
                <a:solidFill>
                  <a:schemeClr val="tx2">
                    <a:lumMod val="75000"/>
                  </a:schemeClr>
                </a:solidFill>
                <a:latin typeface="-윤고딕140" pitchFamily="18" charset="-127"/>
                <a:ea typeface="-윤고딕140" pitchFamily="18" charset="-127"/>
                <a:cs typeface="+mn-cs"/>
              </a:defRPr>
            </a:lvl2pPr>
            <a:lvl3pPr marL="0" algn="l" defTabSz="483472" rtl="0" eaLnBrk="0" latinLnBrk="0" hangingPunct="0">
              <a:tabLst>
                <a:tab pos="2852721" algn="l"/>
              </a:tabLst>
              <a:defRPr lang="ko-KR" altLang="en-US" sz="507" kern="1200" dirty="0" smtClean="0">
                <a:solidFill>
                  <a:schemeClr val="tx2">
                    <a:lumMod val="75000"/>
                  </a:schemeClr>
                </a:solidFill>
                <a:latin typeface="-윤고딕140" pitchFamily="18" charset="-127"/>
                <a:ea typeface="-윤고딕140" pitchFamily="18" charset="-127"/>
                <a:cs typeface="+mn-cs"/>
              </a:defRPr>
            </a:lvl3pPr>
            <a:lvl4pPr marL="0" algn="l" defTabSz="483472" rtl="0" eaLnBrk="0" latinLnBrk="0" hangingPunct="0">
              <a:tabLst>
                <a:tab pos="2852721" algn="l"/>
              </a:tabLst>
              <a:defRPr lang="ko-KR" altLang="en-US" sz="507" kern="1200" dirty="0" smtClean="0">
                <a:solidFill>
                  <a:schemeClr val="tx2">
                    <a:lumMod val="75000"/>
                  </a:schemeClr>
                </a:solidFill>
                <a:latin typeface="-윤고딕140" pitchFamily="18" charset="-127"/>
                <a:ea typeface="-윤고딕140" pitchFamily="18" charset="-127"/>
                <a:cs typeface="+mn-cs"/>
              </a:defRPr>
            </a:lvl4pPr>
            <a:lvl5pPr marL="0" algn="l" defTabSz="483472" rtl="0" eaLnBrk="0" latinLnBrk="0" hangingPunct="0">
              <a:tabLst>
                <a:tab pos="2852721" algn="l"/>
              </a:tabLst>
              <a:defRPr lang="ko-KR" altLang="en-US" sz="507" kern="1200" dirty="0">
                <a:solidFill>
                  <a:schemeClr val="tx2">
                    <a:lumMod val="75000"/>
                  </a:schemeClr>
                </a:solidFill>
                <a:latin typeface="-윤고딕140" pitchFamily="18" charset="-127"/>
                <a:ea typeface="-윤고딕140" pitchFamily="18" charset="-127"/>
                <a:cs typeface="+mn-cs"/>
              </a:defRPr>
            </a:lvl5pPr>
          </a:lstStyle>
          <a:p>
            <a:pPr marL="0" lvl="0" defTabSz="483472" eaLnBrk="0" latinLnBrk="0" hangingPunct="0">
              <a:tabLst>
                <a:tab pos="2852721" algn="l"/>
              </a:tabLst>
            </a:pPr>
            <a:endParaRPr lang="ko-KR" altLang="en-US" dirty="0"/>
          </a:p>
        </p:txBody>
      </p:sp>
      <p:grpSp>
        <p:nvGrpSpPr>
          <p:cNvPr id="22" name="그룹 21"/>
          <p:cNvGrpSpPr/>
          <p:nvPr userDrawn="1"/>
        </p:nvGrpSpPr>
        <p:grpSpPr>
          <a:xfrm>
            <a:off x="1061437" y="2001597"/>
            <a:ext cx="235844" cy="115452"/>
            <a:chOff x="1332359" y="3510496"/>
            <a:chExt cx="180020" cy="180020"/>
          </a:xfrm>
        </p:grpSpPr>
        <p:sp>
          <p:nvSpPr>
            <p:cNvPr id="23" name="순서도: 연결자 22"/>
            <p:cNvSpPr/>
            <p:nvPr userDrawn="1"/>
          </p:nvSpPr>
          <p:spPr>
            <a:xfrm>
              <a:off x="1332359" y="3510496"/>
              <a:ext cx="180020" cy="180020"/>
            </a:xfrm>
            <a:prstGeom prst="flowChartConnector">
              <a:avLst/>
            </a:prstGeom>
            <a:solidFill>
              <a:srgbClr val="AACF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65">
                <a:latin typeface="+mn-ea"/>
                <a:ea typeface="+mn-ea"/>
              </a:endParaRPr>
            </a:p>
          </p:txBody>
        </p:sp>
        <p:sp>
          <p:nvSpPr>
            <p:cNvPr id="24" name="이등변 삼각형 23"/>
            <p:cNvSpPr/>
            <p:nvPr userDrawn="1"/>
          </p:nvSpPr>
          <p:spPr>
            <a:xfrm rot="5400000">
              <a:off x="1383873" y="3556365"/>
              <a:ext cx="100803" cy="88962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65">
                <a:latin typeface="+mn-ea"/>
                <a:ea typeface="+mn-ea"/>
              </a:endParaRPr>
            </a:p>
          </p:txBody>
        </p:sp>
      </p:grpSp>
      <p:sp>
        <p:nvSpPr>
          <p:cNvPr id="37" name="텍스트 개체 틀 2"/>
          <p:cNvSpPr>
            <a:spLocks noGrp="1"/>
          </p:cNvSpPr>
          <p:nvPr>
            <p:ph type="body" sz="quarter" idx="22"/>
          </p:nvPr>
        </p:nvSpPr>
        <p:spPr>
          <a:xfrm>
            <a:off x="1033334" y="1745200"/>
            <a:ext cx="8015796" cy="145434"/>
          </a:xfrm>
          <a:prstGeom prst="rect">
            <a:avLst/>
          </a:prstGeom>
          <a:noFill/>
          <a:ln w="6350" algn="ctr">
            <a:noFill/>
            <a:prstDash val="sysDot"/>
            <a:round/>
            <a:headEnd/>
            <a:tailEnd/>
          </a:ln>
        </p:spPr>
        <p:txBody>
          <a:bodyPr lIns="0" tIns="0" rIns="0" bIns="0" anchor="ctr">
            <a:scene3d>
              <a:camera prst="orthographicFront"/>
              <a:lightRig rig="brightRoom" dir="tl"/>
            </a:scene3d>
            <a:sp3d prstMaterial="flat">
              <a:bevelT w="0" h="0" prst="artDeco"/>
              <a:extrusionClr>
                <a:schemeClr val="tx2">
                  <a:lumMod val="50000"/>
                </a:schemeClr>
              </a:extrusionClr>
              <a:contourClr>
                <a:schemeClr val="tx2">
                  <a:lumMod val="20000"/>
                  <a:lumOff val="80000"/>
                </a:schemeClr>
              </a:contourClr>
            </a:sp3d>
          </a:bodyPr>
          <a:lstStyle>
            <a:lvl1pPr marL="0" indent="0" algn="l" defTabSz="483472" rtl="0" eaLnBrk="0" latinLnBrk="0" hangingPunct="0">
              <a:spcBef>
                <a:spcPts val="76"/>
              </a:spcBef>
              <a:buNone/>
              <a:tabLst>
                <a:tab pos="2852721" algn="l"/>
              </a:tabLst>
              <a:defRPr lang="ko-KR" altLang="en-US" sz="556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0" algn="l" defTabSz="483472" rtl="0" eaLnBrk="0" latinLnBrk="0" hangingPunct="0">
              <a:tabLst>
                <a:tab pos="2852721" algn="l"/>
              </a:tabLst>
              <a:defRPr lang="ko-KR" altLang="en-US" sz="507" kern="1200" dirty="0" smtClean="0">
                <a:solidFill>
                  <a:schemeClr val="tx2">
                    <a:lumMod val="75000"/>
                  </a:schemeClr>
                </a:solidFill>
                <a:latin typeface="-윤고딕140" pitchFamily="18" charset="-127"/>
                <a:ea typeface="-윤고딕140" pitchFamily="18" charset="-127"/>
                <a:cs typeface="+mn-cs"/>
              </a:defRPr>
            </a:lvl2pPr>
            <a:lvl3pPr marL="0" algn="l" defTabSz="483472" rtl="0" eaLnBrk="0" latinLnBrk="0" hangingPunct="0">
              <a:tabLst>
                <a:tab pos="2852721" algn="l"/>
              </a:tabLst>
              <a:defRPr lang="ko-KR" altLang="en-US" sz="507" kern="1200" dirty="0" smtClean="0">
                <a:solidFill>
                  <a:schemeClr val="tx2">
                    <a:lumMod val="75000"/>
                  </a:schemeClr>
                </a:solidFill>
                <a:latin typeface="-윤고딕140" pitchFamily="18" charset="-127"/>
                <a:ea typeface="-윤고딕140" pitchFamily="18" charset="-127"/>
                <a:cs typeface="+mn-cs"/>
              </a:defRPr>
            </a:lvl3pPr>
            <a:lvl4pPr marL="0" algn="l" defTabSz="483472" rtl="0" eaLnBrk="0" latinLnBrk="0" hangingPunct="0">
              <a:tabLst>
                <a:tab pos="2852721" algn="l"/>
              </a:tabLst>
              <a:defRPr lang="ko-KR" altLang="en-US" sz="507" kern="1200" dirty="0" smtClean="0">
                <a:solidFill>
                  <a:schemeClr val="tx2">
                    <a:lumMod val="75000"/>
                  </a:schemeClr>
                </a:solidFill>
                <a:latin typeface="-윤고딕140" pitchFamily="18" charset="-127"/>
                <a:ea typeface="-윤고딕140" pitchFamily="18" charset="-127"/>
                <a:cs typeface="+mn-cs"/>
              </a:defRPr>
            </a:lvl4pPr>
            <a:lvl5pPr marL="0" algn="l" defTabSz="483472" rtl="0" eaLnBrk="0" latinLnBrk="0" hangingPunct="0">
              <a:tabLst>
                <a:tab pos="2852721" algn="l"/>
              </a:tabLst>
              <a:defRPr lang="ko-KR" altLang="en-US" sz="507" kern="1200" dirty="0">
                <a:solidFill>
                  <a:schemeClr val="tx2">
                    <a:lumMod val="75000"/>
                  </a:schemeClr>
                </a:solidFill>
                <a:latin typeface="-윤고딕140" pitchFamily="18" charset="-127"/>
                <a:ea typeface="-윤고딕140" pitchFamily="18" charset="-127"/>
                <a:cs typeface="+mn-cs"/>
              </a:defRPr>
            </a:lvl5pPr>
          </a:lstStyle>
          <a:p>
            <a:pPr marL="0" lvl="0" defTabSz="483472" eaLnBrk="0" latinLnBrk="0" hangingPunct="0">
              <a:tabLst>
                <a:tab pos="2852721" algn="l"/>
              </a:tabLst>
            </a:pPr>
            <a:endParaRPr lang="ko-KR" altLang="en-US" dirty="0"/>
          </a:p>
        </p:txBody>
      </p:sp>
      <p:sp>
        <p:nvSpPr>
          <p:cNvPr id="38" name="모서리가 둥근 직사각형 37"/>
          <p:cNvSpPr/>
          <p:nvPr userDrawn="1"/>
        </p:nvSpPr>
        <p:spPr>
          <a:xfrm>
            <a:off x="854579" y="1768291"/>
            <a:ext cx="90681" cy="109510"/>
          </a:xfrm>
          <a:prstGeom prst="roundRect">
            <a:avLst>
              <a:gd name="adj" fmla="val 34813"/>
            </a:avLst>
          </a:prstGeom>
          <a:gradFill flip="none" rotWithShape="1">
            <a:gsLst>
              <a:gs pos="45000">
                <a:srgbClr val="306AAA"/>
              </a:gs>
              <a:gs pos="46000">
                <a:srgbClr val="9FC9F7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5" dirty="0">
              <a:latin typeface="+mn-ea"/>
              <a:ea typeface="+mn-ea"/>
            </a:endParaRPr>
          </a:p>
        </p:txBody>
      </p:sp>
      <p:grpSp>
        <p:nvGrpSpPr>
          <p:cNvPr id="15" name="그룹 14"/>
          <p:cNvGrpSpPr/>
          <p:nvPr userDrawn="1"/>
        </p:nvGrpSpPr>
        <p:grpSpPr>
          <a:xfrm>
            <a:off x="708283" y="1489404"/>
            <a:ext cx="8489439" cy="184724"/>
            <a:chOff x="540631" y="2394372"/>
            <a:chExt cx="6480000" cy="288032"/>
          </a:xfrm>
        </p:grpSpPr>
        <p:sp>
          <p:nvSpPr>
            <p:cNvPr id="16" name="자유형 15"/>
            <p:cNvSpPr/>
            <p:nvPr userDrawn="1"/>
          </p:nvSpPr>
          <p:spPr bwMode="auto">
            <a:xfrm>
              <a:off x="540631" y="2394372"/>
              <a:ext cx="6480000" cy="251090"/>
            </a:xfrm>
            <a:custGeom>
              <a:avLst/>
              <a:gdLst>
                <a:gd name="connsiteX0" fmla="*/ 0 w 6273167"/>
                <a:gd name="connsiteY0" fmla="*/ 103600 h 251090"/>
                <a:gd name="connsiteX1" fmla="*/ 30344 w 6273167"/>
                <a:gd name="connsiteY1" fmla="*/ 30344 h 251090"/>
                <a:gd name="connsiteX2" fmla="*/ 103600 w 6273167"/>
                <a:gd name="connsiteY2" fmla="*/ 0 h 251090"/>
                <a:gd name="connsiteX3" fmla="*/ 6169567 w 6273167"/>
                <a:gd name="connsiteY3" fmla="*/ 0 h 251090"/>
                <a:gd name="connsiteX4" fmla="*/ 6242823 w 6273167"/>
                <a:gd name="connsiteY4" fmla="*/ 30344 h 251090"/>
                <a:gd name="connsiteX5" fmla="*/ 6273167 w 6273167"/>
                <a:gd name="connsiteY5" fmla="*/ 103600 h 251090"/>
                <a:gd name="connsiteX6" fmla="*/ 6273167 w 6273167"/>
                <a:gd name="connsiteY6" fmla="*/ 147490 h 251090"/>
                <a:gd name="connsiteX7" fmla="*/ 6242823 w 6273167"/>
                <a:gd name="connsiteY7" fmla="*/ 220746 h 251090"/>
                <a:gd name="connsiteX8" fmla="*/ 6169567 w 6273167"/>
                <a:gd name="connsiteY8" fmla="*/ 251090 h 251090"/>
                <a:gd name="connsiteX9" fmla="*/ 103600 w 6273167"/>
                <a:gd name="connsiteY9" fmla="*/ 251090 h 251090"/>
                <a:gd name="connsiteX10" fmla="*/ 30344 w 6273167"/>
                <a:gd name="connsiteY10" fmla="*/ 220746 h 251090"/>
                <a:gd name="connsiteX11" fmla="*/ 0 w 6273167"/>
                <a:gd name="connsiteY11" fmla="*/ 147490 h 251090"/>
                <a:gd name="connsiteX12" fmla="*/ 0 w 6273167"/>
                <a:gd name="connsiteY12" fmla="*/ 103600 h 251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73167" h="251090">
                  <a:moveTo>
                    <a:pt x="0" y="103600"/>
                  </a:moveTo>
                  <a:cubicBezTo>
                    <a:pt x="0" y="76124"/>
                    <a:pt x="10915" y="49772"/>
                    <a:pt x="30344" y="30344"/>
                  </a:cubicBezTo>
                  <a:cubicBezTo>
                    <a:pt x="49773" y="10915"/>
                    <a:pt x="76124" y="0"/>
                    <a:pt x="103600" y="0"/>
                  </a:cubicBezTo>
                  <a:lnTo>
                    <a:pt x="6169567" y="0"/>
                  </a:lnTo>
                  <a:cubicBezTo>
                    <a:pt x="6197043" y="0"/>
                    <a:pt x="6223395" y="10915"/>
                    <a:pt x="6242823" y="30344"/>
                  </a:cubicBezTo>
                  <a:cubicBezTo>
                    <a:pt x="6262252" y="49773"/>
                    <a:pt x="6273167" y="76124"/>
                    <a:pt x="6273167" y="103600"/>
                  </a:cubicBezTo>
                  <a:lnTo>
                    <a:pt x="6273167" y="147490"/>
                  </a:lnTo>
                  <a:cubicBezTo>
                    <a:pt x="6273167" y="174966"/>
                    <a:pt x="6262252" y="201318"/>
                    <a:pt x="6242823" y="220746"/>
                  </a:cubicBezTo>
                  <a:cubicBezTo>
                    <a:pt x="6223394" y="240175"/>
                    <a:pt x="6197043" y="251090"/>
                    <a:pt x="6169567" y="251090"/>
                  </a:cubicBezTo>
                  <a:lnTo>
                    <a:pt x="103600" y="251090"/>
                  </a:lnTo>
                  <a:cubicBezTo>
                    <a:pt x="76124" y="251090"/>
                    <a:pt x="49772" y="240175"/>
                    <a:pt x="30344" y="220746"/>
                  </a:cubicBezTo>
                  <a:cubicBezTo>
                    <a:pt x="10915" y="201317"/>
                    <a:pt x="0" y="174966"/>
                    <a:pt x="0" y="147490"/>
                  </a:cubicBezTo>
                  <a:lnTo>
                    <a:pt x="0" y="1036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14338F"/>
                </a:gs>
                <a:gs pos="100000">
                  <a:srgbClr val="2A71B7">
                    <a:alpha val="30000"/>
                  </a:srgbClr>
                </a:gs>
              </a:gsLst>
              <a:lin ang="0" scaled="0"/>
              <a:tileRect/>
            </a:gradFill>
            <a:ln>
              <a:noFill/>
            </a:ln>
            <a:effectLst>
              <a:outerShdw blurRad="50800" dist="127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2" tIns="45711" rIns="91422" bIns="45711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465">
                <a:latin typeface="+mn-ea"/>
                <a:ea typeface="+mn-ea"/>
              </a:endParaRPr>
            </a:p>
          </p:txBody>
        </p:sp>
        <p:sp>
          <p:nvSpPr>
            <p:cNvPr id="17" name="양쪽 모서리가 둥근 사각형 16"/>
            <p:cNvSpPr/>
            <p:nvPr userDrawn="1"/>
          </p:nvSpPr>
          <p:spPr bwMode="auto">
            <a:xfrm>
              <a:off x="540631" y="2431314"/>
              <a:ext cx="6480000" cy="25109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4281B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2" tIns="45711" rIns="91422" bIns="45711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465" dirty="0">
                <a:latin typeface="+mn-ea"/>
                <a:ea typeface="+mn-ea"/>
              </a:endParaRPr>
            </a:p>
          </p:txBody>
        </p:sp>
        <p:sp>
          <p:nvSpPr>
            <p:cNvPr id="18" name="눈물 방울 17"/>
            <p:cNvSpPr/>
            <p:nvPr userDrawn="1"/>
          </p:nvSpPr>
          <p:spPr bwMode="auto">
            <a:xfrm rot="10800000">
              <a:off x="540632" y="2431314"/>
              <a:ext cx="274827" cy="251090"/>
            </a:xfrm>
            <a:prstGeom prst="teardrop">
              <a:avLst/>
            </a:prstGeom>
            <a:gradFill flip="none" rotWithShape="1">
              <a:gsLst>
                <a:gs pos="0">
                  <a:srgbClr val="14338F"/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08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2" tIns="45711" rIns="91422" bIns="45711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465" dirty="0">
                <a:latin typeface="+mn-ea"/>
                <a:ea typeface="+mn-ea"/>
              </a:endParaRPr>
            </a:p>
          </p:txBody>
        </p:sp>
        <p:sp>
          <p:nvSpPr>
            <p:cNvPr id="19" name="모서리가 둥근 직사각형 18"/>
            <p:cNvSpPr/>
            <p:nvPr userDrawn="1"/>
          </p:nvSpPr>
          <p:spPr bwMode="auto">
            <a:xfrm>
              <a:off x="540632" y="2430404"/>
              <a:ext cx="612070" cy="252000"/>
            </a:xfrm>
            <a:prstGeom prst="roundRect">
              <a:avLst>
                <a:gd name="adj" fmla="val 41260"/>
              </a:avLst>
            </a:prstGeom>
            <a:gradFill flip="none" rotWithShape="1">
              <a:gsLst>
                <a:gs pos="0">
                  <a:srgbClr val="14338F"/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2" tIns="45711" rIns="91422" bIns="45711" anchor="ctr"/>
            <a:lstStyle/>
            <a:p>
              <a:pPr lvl="0"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465" dirty="0">
                <a:latin typeface="+mn-ea"/>
              </a:endParaRPr>
            </a:p>
          </p:txBody>
        </p:sp>
        <p:pic>
          <p:nvPicPr>
            <p:cNvPr id="20" name="그림 19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9460" y="2430403"/>
              <a:ext cx="233529" cy="233529"/>
            </a:xfrm>
            <a:prstGeom prst="rect">
              <a:avLst/>
            </a:prstGeom>
          </p:spPr>
        </p:pic>
      </p:grpSp>
      <p:sp>
        <p:nvSpPr>
          <p:cNvPr id="27" name="텍스트 개체 틀 2"/>
          <p:cNvSpPr>
            <a:spLocks noGrp="1"/>
          </p:cNvSpPr>
          <p:nvPr>
            <p:ph type="body" sz="quarter" idx="19"/>
          </p:nvPr>
        </p:nvSpPr>
        <p:spPr>
          <a:xfrm>
            <a:off x="1205788" y="1505321"/>
            <a:ext cx="7803729" cy="152887"/>
          </a:xfrm>
          <a:prstGeom prst="rect">
            <a:avLst/>
          </a:prstGeom>
          <a:noFill/>
          <a:ln w="6350" algn="ctr">
            <a:noFill/>
            <a:prstDash val="sysDot"/>
            <a:round/>
            <a:headEnd/>
            <a:tailEnd/>
          </a:ln>
        </p:spPr>
        <p:txBody>
          <a:bodyPr lIns="0" tIns="0" rIns="0" bIns="0" anchor="ctr">
            <a:scene3d>
              <a:camera prst="orthographicFront"/>
              <a:lightRig rig="brightRoom" dir="tl"/>
            </a:scene3d>
            <a:sp3d prstMaterial="flat">
              <a:bevelT w="0" h="0" prst="artDeco"/>
              <a:extrusionClr>
                <a:schemeClr val="tx2">
                  <a:lumMod val="50000"/>
                </a:schemeClr>
              </a:extrusionClr>
              <a:contourClr>
                <a:schemeClr val="tx2">
                  <a:lumMod val="20000"/>
                  <a:lumOff val="80000"/>
                </a:schemeClr>
              </a:contourClr>
            </a:sp3d>
          </a:bodyPr>
          <a:lstStyle>
            <a:lvl1pPr marL="279380" indent="-279380">
              <a:buNone/>
              <a:defRPr lang="ko-KR" altLang="en-US" sz="607" b="1" dirty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marL="0" lvl="0" indent="0" defTabSz="483472" eaLnBrk="0" latinLnBrk="0" hangingPunct="0">
              <a:spcBef>
                <a:spcPts val="76"/>
              </a:spcBef>
              <a:tabLst>
                <a:tab pos="2852721" algn="l"/>
              </a:tabLst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020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타이틀_1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1146794" y="621129"/>
            <a:ext cx="7829150" cy="138463"/>
          </a:xfrm>
          <a:prstGeom prst="rect">
            <a:avLst/>
          </a:prstGeom>
        </p:spPr>
        <p:txBody>
          <a:bodyPr lIns="0" rIns="0" anchor="ctr"/>
          <a:lstStyle>
            <a:lvl1pPr marL="0" indent="0">
              <a:spcBef>
                <a:spcPts val="51"/>
              </a:spcBef>
              <a:buNone/>
              <a:defRPr kumimoji="0" lang="ko-KR" altLang="en-US" sz="507" kern="1200" dirty="0">
                <a:solidFill>
                  <a:srgbClr val="3F6EA7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0" algn="l" defTabSz="526768" rtl="0" eaLnBrk="0" fontAlgn="base" latinLnBrk="1" hangingPunct="0">
              <a:spcBef>
                <a:spcPts val="51"/>
              </a:spcBef>
              <a:spcAft>
                <a:spcPct val="0"/>
              </a:spcAft>
              <a:buFont typeface="Arial" charset="0"/>
              <a:buNone/>
            </a:pPr>
            <a:r>
              <a:rPr lang="ko-KR" altLang="en-US" dirty="0"/>
              <a:t>마스터 텍스트</a:t>
            </a:r>
          </a:p>
        </p:txBody>
      </p:sp>
      <p:sp>
        <p:nvSpPr>
          <p:cNvPr id="31" name="제목 100"/>
          <p:cNvSpPr>
            <a:spLocks noGrp="1"/>
          </p:cNvSpPr>
          <p:nvPr>
            <p:ph type="title"/>
          </p:nvPr>
        </p:nvSpPr>
        <p:spPr>
          <a:xfrm>
            <a:off x="1146793" y="741123"/>
            <a:ext cx="6117478" cy="189321"/>
          </a:xfrm>
          <a:prstGeom prst="rect">
            <a:avLst/>
          </a:prstGeom>
        </p:spPr>
        <p:txBody>
          <a:bodyPr lIns="0" rIns="0" anchor="t"/>
          <a:lstStyle>
            <a:lvl1pPr marL="0" algn="l" defTabSz="653066" rtl="0" eaLnBrk="1" fontAlgn="base" latinLnBrk="1" hangingPunct="1">
              <a:spcBef>
                <a:spcPct val="0"/>
              </a:spcBef>
              <a:spcAft>
                <a:spcPct val="0"/>
              </a:spcAft>
              <a:defRPr lang="ko-KR" altLang="en-US" sz="656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텍스트 개체 틀 2"/>
          <p:cNvSpPr>
            <a:spLocks noGrp="1"/>
          </p:cNvSpPr>
          <p:nvPr>
            <p:ph type="body" sz="quarter" idx="15"/>
          </p:nvPr>
        </p:nvSpPr>
        <p:spPr>
          <a:xfrm>
            <a:off x="1440303" y="303974"/>
            <a:ext cx="5823970" cy="161633"/>
          </a:xfrm>
          <a:prstGeom prst="rect">
            <a:avLst/>
          </a:prstGeom>
        </p:spPr>
        <p:txBody>
          <a:bodyPr lIns="0" rIns="0" anchor="ctr"/>
          <a:lstStyle>
            <a:lvl1pPr marL="279380" indent="-279380">
              <a:buNone/>
              <a:defRPr kumimoji="0" lang="ko-KR" altLang="en-US" sz="1011" b="1" dirty="0">
                <a:solidFill>
                  <a:srgbClr val="3F6EA7"/>
                </a:solidFill>
                <a:latin typeface="+mn-ea"/>
                <a:ea typeface="+mn-ea"/>
              </a:defRPr>
            </a:lvl1pPr>
          </a:lstStyle>
          <a:p>
            <a:pPr marL="0" lvl="0" indent="0" defTabSz="526768" eaLnBrk="0" fontAlgn="base" hangingPunct="0">
              <a:spcBef>
                <a:spcPts val="51"/>
              </a:spcBef>
              <a:spcAft>
                <a:spcPct val="0"/>
              </a:spcAft>
            </a:pPr>
            <a:r>
              <a:rPr lang="ko-KR" altLang="en-US" dirty="0"/>
              <a:t>마스터 텍스트</a:t>
            </a:r>
          </a:p>
        </p:txBody>
      </p:sp>
      <p:grpSp>
        <p:nvGrpSpPr>
          <p:cNvPr id="8" name="그룹 7"/>
          <p:cNvGrpSpPr/>
          <p:nvPr userDrawn="1"/>
        </p:nvGrpSpPr>
        <p:grpSpPr>
          <a:xfrm>
            <a:off x="708283" y="1166137"/>
            <a:ext cx="8489439" cy="184724"/>
            <a:chOff x="540631" y="2394372"/>
            <a:chExt cx="6480000" cy="288032"/>
          </a:xfrm>
        </p:grpSpPr>
        <p:sp>
          <p:nvSpPr>
            <p:cNvPr id="9" name="자유형 8"/>
            <p:cNvSpPr/>
            <p:nvPr userDrawn="1"/>
          </p:nvSpPr>
          <p:spPr bwMode="auto">
            <a:xfrm>
              <a:off x="540631" y="2394372"/>
              <a:ext cx="6480000" cy="251090"/>
            </a:xfrm>
            <a:custGeom>
              <a:avLst/>
              <a:gdLst>
                <a:gd name="connsiteX0" fmla="*/ 0 w 6273167"/>
                <a:gd name="connsiteY0" fmla="*/ 103600 h 251090"/>
                <a:gd name="connsiteX1" fmla="*/ 30344 w 6273167"/>
                <a:gd name="connsiteY1" fmla="*/ 30344 h 251090"/>
                <a:gd name="connsiteX2" fmla="*/ 103600 w 6273167"/>
                <a:gd name="connsiteY2" fmla="*/ 0 h 251090"/>
                <a:gd name="connsiteX3" fmla="*/ 6169567 w 6273167"/>
                <a:gd name="connsiteY3" fmla="*/ 0 h 251090"/>
                <a:gd name="connsiteX4" fmla="*/ 6242823 w 6273167"/>
                <a:gd name="connsiteY4" fmla="*/ 30344 h 251090"/>
                <a:gd name="connsiteX5" fmla="*/ 6273167 w 6273167"/>
                <a:gd name="connsiteY5" fmla="*/ 103600 h 251090"/>
                <a:gd name="connsiteX6" fmla="*/ 6273167 w 6273167"/>
                <a:gd name="connsiteY6" fmla="*/ 147490 h 251090"/>
                <a:gd name="connsiteX7" fmla="*/ 6242823 w 6273167"/>
                <a:gd name="connsiteY7" fmla="*/ 220746 h 251090"/>
                <a:gd name="connsiteX8" fmla="*/ 6169567 w 6273167"/>
                <a:gd name="connsiteY8" fmla="*/ 251090 h 251090"/>
                <a:gd name="connsiteX9" fmla="*/ 103600 w 6273167"/>
                <a:gd name="connsiteY9" fmla="*/ 251090 h 251090"/>
                <a:gd name="connsiteX10" fmla="*/ 30344 w 6273167"/>
                <a:gd name="connsiteY10" fmla="*/ 220746 h 251090"/>
                <a:gd name="connsiteX11" fmla="*/ 0 w 6273167"/>
                <a:gd name="connsiteY11" fmla="*/ 147490 h 251090"/>
                <a:gd name="connsiteX12" fmla="*/ 0 w 6273167"/>
                <a:gd name="connsiteY12" fmla="*/ 103600 h 251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73167" h="251090">
                  <a:moveTo>
                    <a:pt x="0" y="103600"/>
                  </a:moveTo>
                  <a:cubicBezTo>
                    <a:pt x="0" y="76124"/>
                    <a:pt x="10915" y="49772"/>
                    <a:pt x="30344" y="30344"/>
                  </a:cubicBezTo>
                  <a:cubicBezTo>
                    <a:pt x="49773" y="10915"/>
                    <a:pt x="76124" y="0"/>
                    <a:pt x="103600" y="0"/>
                  </a:cubicBezTo>
                  <a:lnTo>
                    <a:pt x="6169567" y="0"/>
                  </a:lnTo>
                  <a:cubicBezTo>
                    <a:pt x="6197043" y="0"/>
                    <a:pt x="6223395" y="10915"/>
                    <a:pt x="6242823" y="30344"/>
                  </a:cubicBezTo>
                  <a:cubicBezTo>
                    <a:pt x="6262252" y="49773"/>
                    <a:pt x="6273167" y="76124"/>
                    <a:pt x="6273167" y="103600"/>
                  </a:cubicBezTo>
                  <a:lnTo>
                    <a:pt x="6273167" y="147490"/>
                  </a:lnTo>
                  <a:cubicBezTo>
                    <a:pt x="6273167" y="174966"/>
                    <a:pt x="6262252" y="201318"/>
                    <a:pt x="6242823" y="220746"/>
                  </a:cubicBezTo>
                  <a:cubicBezTo>
                    <a:pt x="6223394" y="240175"/>
                    <a:pt x="6197043" y="251090"/>
                    <a:pt x="6169567" y="251090"/>
                  </a:cubicBezTo>
                  <a:lnTo>
                    <a:pt x="103600" y="251090"/>
                  </a:lnTo>
                  <a:cubicBezTo>
                    <a:pt x="76124" y="251090"/>
                    <a:pt x="49772" y="240175"/>
                    <a:pt x="30344" y="220746"/>
                  </a:cubicBezTo>
                  <a:cubicBezTo>
                    <a:pt x="10915" y="201317"/>
                    <a:pt x="0" y="174966"/>
                    <a:pt x="0" y="147490"/>
                  </a:cubicBezTo>
                  <a:lnTo>
                    <a:pt x="0" y="1036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14338F"/>
                </a:gs>
                <a:gs pos="100000">
                  <a:srgbClr val="2A71B7">
                    <a:alpha val="30000"/>
                  </a:srgbClr>
                </a:gs>
              </a:gsLst>
              <a:lin ang="0" scaled="0"/>
              <a:tileRect/>
            </a:gradFill>
            <a:ln>
              <a:noFill/>
            </a:ln>
            <a:effectLst>
              <a:outerShdw blurRad="50800" dist="127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2" tIns="45711" rIns="91422" bIns="45711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465">
                <a:latin typeface="+mn-ea"/>
                <a:ea typeface="+mn-ea"/>
              </a:endParaRPr>
            </a:p>
          </p:txBody>
        </p:sp>
        <p:sp>
          <p:nvSpPr>
            <p:cNvPr id="10" name="양쪽 모서리가 둥근 사각형 9"/>
            <p:cNvSpPr/>
            <p:nvPr userDrawn="1"/>
          </p:nvSpPr>
          <p:spPr bwMode="auto">
            <a:xfrm>
              <a:off x="540631" y="2431314"/>
              <a:ext cx="6480000" cy="25109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4281B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2" tIns="45711" rIns="91422" bIns="45711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465" dirty="0">
                <a:latin typeface="+mn-ea"/>
                <a:ea typeface="+mn-ea"/>
              </a:endParaRPr>
            </a:p>
          </p:txBody>
        </p:sp>
        <p:sp>
          <p:nvSpPr>
            <p:cNvPr id="11" name="눈물 방울 10"/>
            <p:cNvSpPr/>
            <p:nvPr userDrawn="1"/>
          </p:nvSpPr>
          <p:spPr bwMode="auto">
            <a:xfrm rot="10800000">
              <a:off x="540632" y="2431314"/>
              <a:ext cx="274827" cy="251090"/>
            </a:xfrm>
            <a:prstGeom prst="teardrop">
              <a:avLst/>
            </a:prstGeom>
            <a:gradFill flip="none" rotWithShape="1">
              <a:gsLst>
                <a:gs pos="0">
                  <a:srgbClr val="14338F"/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08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2" tIns="45711" rIns="91422" bIns="45711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465" dirty="0">
                <a:latin typeface="+mn-ea"/>
                <a:ea typeface="+mn-ea"/>
              </a:endParaRPr>
            </a:p>
          </p:txBody>
        </p:sp>
        <p:sp>
          <p:nvSpPr>
            <p:cNvPr id="12" name="모서리가 둥근 직사각형 11"/>
            <p:cNvSpPr/>
            <p:nvPr userDrawn="1"/>
          </p:nvSpPr>
          <p:spPr bwMode="auto">
            <a:xfrm>
              <a:off x="540632" y="2430404"/>
              <a:ext cx="612070" cy="252000"/>
            </a:xfrm>
            <a:prstGeom prst="roundRect">
              <a:avLst>
                <a:gd name="adj" fmla="val 41260"/>
              </a:avLst>
            </a:prstGeom>
            <a:gradFill flip="none" rotWithShape="1">
              <a:gsLst>
                <a:gs pos="0">
                  <a:srgbClr val="14338F"/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2" tIns="45711" rIns="91422" bIns="45711" anchor="ctr"/>
            <a:lstStyle/>
            <a:p>
              <a:pPr lvl="0"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465" dirty="0">
                <a:latin typeface="+mn-ea"/>
              </a:endParaRPr>
            </a:p>
          </p:txBody>
        </p:sp>
        <p:pic>
          <p:nvPicPr>
            <p:cNvPr id="14" name="그림 13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9460" y="2430403"/>
              <a:ext cx="233529" cy="233529"/>
            </a:xfrm>
            <a:prstGeom prst="rect">
              <a:avLst/>
            </a:prstGeom>
          </p:spPr>
        </p:pic>
      </p:grpSp>
      <p:sp>
        <p:nvSpPr>
          <p:cNvPr id="15" name="텍스트 개체 틀 2"/>
          <p:cNvSpPr>
            <a:spLocks noGrp="1"/>
          </p:cNvSpPr>
          <p:nvPr>
            <p:ph type="body" sz="quarter" idx="20"/>
          </p:nvPr>
        </p:nvSpPr>
        <p:spPr>
          <a:xfrm>
            <a:off x="1205788" y="1182056"/>
            <a:ext cx="7803729" cy="152887"/>
          </a:xfrm>
          <a:prstGeom prst="rect">
            <a:avLst/>
          </a:prstGeom>
          <a:noFill/>
          <a:ln w="6350" algn="ctr">
            <a:noFill/>
            <a:prstDash val="sysDot"/>
            <a:round/>
            <a:headEnd/>
            <a:tailEnd/>
          </a:ln>
        </p:spPr>
        <p:txBody>
          <a:bodyPr lIns="0" tIns="0" rIns="0" bIns="0" anchor="ctr">
            <a:scene3d>
              <a:camera prst="orthographicFront"/>
              <a:lightRig rig="brightRoom" dir="tl"/>
            </a:scene3d>
            <a:sp3d prstMaterial="flat">
              <a:bevelT w="0" h="0" prst="artDeco"/>
              <a:extrusionClr>
                <a:schemeClr val="tx2">
                  <a:lumMod val="50000"/>
                </a:schemeClr>
              </a:extrusionClr>
              <a:contourClr>
                <a:schemeClr val="tx2">
                  <a:lumMod val="20000"/>
                  <a:lumOff val="80000"/>
                </a:schemeClr>
              </a:contourClr>
            </a:sp3d>
          </a:bodyPr>
          <a:lstStyle>
            <a:lvl1pPr marL="279380" indent="-279380">
              <a:buNone/>
              <a:defRPr lang="ko-KR" altLang="en-US" sz="607" b="1" dirty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marL="0" lvl="0" indent="0" defTabSz="483472" eaLnBrk="0" latinLnBrk="0" hangingPunct="0">
              <a:spcBef>
                <a:spcPts val="76"/>
              </a:spcBef>
              <a:tabLst>
                <a:tab pos="2852721" algn="l"/>
              </a:tabLst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0936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타이틀_1줄_내용포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제목 100"/>
          <p:cNvSpPr>
            <a:spLocks noGrp="1"/>
          </p:cNvSpPr>
          <p:nvPr>
            <p:ph type="title"/>
          </p:nvPr>
        </p:nvSpPr>
        <p:spPr>
          <a:xfrm>
            <a:off x="1146793" y="741123"/>
            <a:ext cx="6117478" cy="189321"/>
          </a:xfrm>
          <a:prstGeom prst="rect">
            <a:avLst/>
          </a:prstGeom>
        </p:spPr>
        <p:txBody>
          <a:bodyPr lIns="0" rIns="0" anchor="t"/>
          <a:lstStyle>
            <a:lvl1pPr marL="0" algn="l" defTabSz="653066" rtl="0" eaLnBrk="1" fontAlgn="base" latinLnBrk="1" hangingPunct="1">
              <a:spcBef>
                <a:spcPct val="0"/>
              </a:spcBef>
              <a:spcAft>
                <a:spcPct val="0"/>
              </a:spcAft>
              <a:defRPr lang="ko-KR" altLang="en-US" sz="656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텍스트 개체 틀 2"/>
          <p:cNvSpPr>
            <a:spLocks noGrp="1"/>
          </p:cNvSpPr>
          <p:nvPr>
            <p:ph type="body" sz="quarter" idx="15"/>
          </p:nvPr>
        </p:nvSpPr>
        <p:spPr>
          <a:xfrm>
            <a:off x="1440303" y="303974"/>
            <a:ext cx="5823970" cy="161633"/>
          </a:xfrm>
          <a:prstGeom prst="rect">
            <a:avLst/>
          </a:prstGeom>
        </p:spPr>
        <p:txBody>
          <a:bodyPr lIns="0" rIns="0" anchor="ctr"/>
          <a:lstStyle>
            <a:lvl1pPr marL="279380" indent="-279380">
              <a:buNone/>
              <a:defRPr kumimoji="0" lang="ko-KR" altLang="en-US" sz="1011" b="1" dirty="0">
                <a:solidFill>
                  <a:srgbClr val="3F6EA7"/>
                </a:solidFill>
                <a:latin typeface="+mn-ea"/>
                <a:ea typeface="+mn-ea"/>
              </a:defRPr>
            </a:lvl1pPr>
          </a:lstStyle>
          <a:p>
            <a:pPr marL="0" lvl="0" indent="0" defTabSz="526768" eaLnBrk="0" fontAlgn="base" hangingPunct="0">
              <a:spcBef>
                <a:spcPts val="51"/>
              </a:spcBef>
              <a:spcAft>
                <a:spcPct val="0"/>
              </a:spcAft>
            </a:pPr>
            <a:r>
              <a:rPr lang="ko-KR" altLang="en-US" dirty="0"/>
              <a:t>마스터 텍스트</a:t>
            </a:r>
          </a:p>
        </p:txBody>
      </p:sp>
      <p:sp>
        <p:nvSpPr>
          <p:cNvPr id="26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1146792" y="621129"/>
            <a:ext cx="7829150" cy="138463"/>
          </a:xfrm>
          <a:prstGeom prst="rect">
            <a:avLst/>
          </a:prstGeom>
        </p:spPr>
        <p:txBody>
          <a:bodyPr lIns="0" rIns="0" anchor="ctr"/>
          <a:lstStyle>
            <a:lvl1pPr marL="0" indent="0">
              <a:spcBef>
                <a:spcPts val="51"/>
              </a:spcBef>
              <a:buNone/>
              <a:defRPr kumimoji="0" lang="ko-KR" altLang="en-US" sz="507" kern="1200" dirty="0">
                <a:solidFill>
                  <a:srgbClr val="3F6EA7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0" algn="l" defTabSz="526768" rtl="0" eaLnBrk="0" fontAlgn="base" latinLnBrk="1" hangingPunct="0">
              <a:spcBef>
                <a:spcPts val="51"/>
              </a:spcBef>
              <a:spcAft>
                <a:spcPct val="0"/>
              </a:spcAft>
              <a:buFont typeface="Arial" charset="0"/>
              <a:buNone/>
            </a:pPr>
            <a:r>
              <a:rPr lang="ko-KR" altLang="en-US" dirty="0"/>
              <a:t>마스터 텍스트</a:t>
            </a:r>
          </a:p>
        </p:txBody>
      </p:sp>
      <p:sp>
        <p:nvSpPr>
          <p:cNvPr id="18" name="텍스트 개체 틀 2"/>
          <p:cNvSpPr>
            <a:spLocks noGrp="1"/>
          </p:cNvSpPr>
          <p:nvPr>
            <p:ph type="body" sz="quarter" idx="22"/>
          </p:nvPr>
        </p:nvSpPr>
        <p:spPr>
          <a:xfrm>
            <a:off x="1033334" y="1420898"/>
            <a:ext cx="8015796" cy="145434"/>
          </a:xfrm>
          <a:prstGeom prst="rect">
            <a:avLst/>
          </a:prstGeom>
          <a:noFill/>
          <a:ln w="6350" algn="ctr">
            <a:noFill/>
            <a:prstDash val="sysDot"/>
            <a:round/>
            <a:headEnd/>
            <a:tailEnd/>
          </a:ln>
        </p:spPr>
        <p:txBody>
          <a:bodyPr lIns="0" tIns="0" rIns="0" bIns="0" anchor="ctr">
            <a:scene3d>
              <a:camera prst="orthographicFront"/>
              <a:lightRig rig="brightRoom" dir="tl"/>
            </a:scene3d>
            <a:sp3d prstMaterial="flat">
              <a:bevelT w="0" h="0" prst="artDeco"/>
              <a:extrusionClr>
                <a:schemeClr val="tx2">
                  <a:lumMod val="50000"/>
                </a:schemeClr>
              </a:extrusionClr>
              <a:contourClr>
                <a:schemeClr val="tx2">
                  <a:lumMod val="20000"/>
                  <a:lumOff val="80000"/>
                </a:schemeClr>
              </a:contourClr>
            </a:sp3d>
          </a:bodyPr>
          <a:lstStyle>
            <a:lvl1pPr marL="0" indent="0" algn="l" defTabSz="483472" rtl="0" eaLnBrk="0" latinLnBrk="0" hangingPunct="0">
              <a:spcBef>
                <a:spcPts val="76"/>
              </a:spcBef>
              <a:buNone/>
              <a:tabLst>
                <a:tab pos="2852721" algn="l"/>
              </a:tabLst>
              <a:defRPr lang="ko-KR" altLang="en-US" sz="556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0" algn="l" defTabSz="483472" rtl="0" eaLnBrk="0" latinLnBrk="0" hangingPunct="0">
              <a:tabLst>
                <a:tab pos="2852721" algn="l"/>
              </a:tabLst>
              <a:defRPr lang="ko-KR" altLang="en-US" sz="507" kern="1200" dirty="0" smtClean="0">
                <a:solidFill>
                  <a:schemeClr val="tx2">
                    <a:lumMod val="75000"/>
                  </a:schemeClr>
                </a:solidFill>
                <a:latin typeface="-윤고딕140" pitchFamily="18" charset="-127"/>
                <a:ea typeface="-윤고딕140" pitchFamily="18" charset="-127"/>
                <a:cs typeface="+mn-cs"/>
              </a:defRPr>
            </a:lvl2pPr>
            <a:lvl3pPr marL="0" algn="l" defTabSz="483472" rtl="0" eaLnBrk="0" latinLnBrk="0" hangingPunct="0">
              <a:tabLst>
                <a:tab pos="2852721" algn="l"/>
              </a:tabLst>
              <a:defRPr lang="ko-KR" altLang="en-US" sz="507" kern="1200" dirty="0" smtClean="0">
                <a:solidFill>
                  <a:schemeClr val="tx2">
                    <a:lumMod val="75000"/>
                  </a:schemeClr>
                </a:solidFill>
                <a:latin typeface="-윤고딕140" pitchFamily="18" charset="-127"/>
                <a:ea typeface="-윤고딕140" pitchFamily="18" charset="-127"/>
                <a:cs typeface="+mn-cs"/>
              </a:defRPr>
            </a:lvl3pPr>
            <a:lvl4pPr marL="0" algn="l" defTabSz="483472" rtl="0" eaLnBrk="0" latinLnBrk="0" hangingPunct="0">
              <a:tabLst>
                <a:tab pos="2852721" algn="l"/>
              </a:tabLst>
              <a:defRPr lang="ko-KR" altLang="en-US" sz="507" kern="1200" dirty="0" smtClean="0">
                <a:solidFill>
                  <a:schemeClr val="tx2">
                    <a:lumMod val="75000"/>
                  </a:schemeClr>
                </a:solidFill>
                <a:latin typeface="-윤고딕140" pitchFamily="18" charset="-127"/>
                <a:ea typeface="-윤고딕140" pitchFamily="18" charset="-127"/>
                <a:cs typeface="+mn-cs"/>
              </a:defRPr>
            </a:lvl4pPr>
            <a:lvl5pPr marL="0" algn="l" defTabSz="483472" rtl="0" eaLnBrk="0" latinLnBrk="0" hangingPunct="0">
              <a:tabLst>
                <a:tab pos="2852721" algn="l"/>
              </a:tabLst>
              <a:defRPr lang="ko-KR" altLang="en-US" sz="507" kern="1200" dirty="0">
                <a:solidFill>
                  <a:schemeClr val="tx2">
                    <a:lumMod val="75000"/>
                  </a:schemeClr>
                </a:solidFill>
                <a:latin typeface="-윤고딕140" pitchFamily="18" charset="-127"/>
                <a:ea typeface="-윤고딕140" pitchFamily="18" charset="-127"/>
                <a:cs typeface="+mn-cs"/>
              </a:defRPr>
            </a:lvl5pPr>
          </a:lstStyle>
          <a:p>
            <a:pPr marL="0" lvl="0" defTabSz="483472" eaLnBrk="0" latinLnBrk="0" hangingPunct="0">
              <a:tabLst>
                <a:tab pos="2852721" algn="l"/>
              </a:tabLst>
            </a:pPr>
            <a:endParaRPr lang="ko-KR" altLang="en-US" dirty="0"/>
          </a:p>
        </p:txBody>
      </p:sp>
      <p:sp>
        <p:nvSpPr>
          <p:cNvPr id="19" name="모서리가 둥근 직사각형 18"/>
          <p:cNvSpPr/>
          <p:nvPr userDrawn="1"/>
        </p:nvSpPr>
        <p:spPr>
          <a:xfrm>
            <a:off x="854579" y="1443989"/>
            <a:ext cx="90681" cy="109510"/>
          </a:xfrm>
          <a:prstGeom prst="roundRect">
            <a:avLst>
              <a:gd name="adj" fmla="val 34813"/>
            </a:avLst>
          </a:prstGeom>
          <a:gradFill flip="none" rotWithShape="1">
            <a:gsLst>
              <a:gs pos="45000">
                <a:srgbClr val="306AAA"/>
              </a:gs>
              <a:gs pos="46000">
                <a:srgbClr val="9FC9F7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5">
              <a:latin typeface="+mn-ea"/>
              <a:ea typeface="+mn-ea"/>
            </a:endParaRP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708283" y="1166137"/>
            <a:ext cx="8489439" cy="184724"/>
            <a:chOff x="540631" y="2394372"/>
            <a:chExt cx="6480000" cy="288032"/>
          </a:xfrm>
        </p:grpSpPr>
        <p:sp>
          <p:nvSpPr>
            <p:cNvPr id="11" name="자유형 10"/>
            <p:cNvSpPr/>
            <p:nvPr userDrawn="1"/>
          </p:nvSpPr>
          <p:spPr bwMode="auto">
            <a:xfrm>
              <a:off x="540631" y="2394372"/>
              <a:ext cx="6480000" cy="251090"/>
            </a:xfrm>
            <a:custGeom>
              <a:avLst/>
              <a:gdLst>
                <a:gd name="connsiteX0" fmla="*/ 0 w 6273167"/>
                <a:gd name="connsiteY0" fmla="*/ 103600 h 251090"/>
                <a:gd name="connsiteX1" fmla="*/ 30344 w 6273167"/>
                <a:gd name="connsiteY1" fmla="*/ 30344 h 251090"/>
                <a:gd name="connsiteX2" fmla="*/ 103600 w 6273167"/>
                <a:gd name="connsiteY2" fmla="*/ 0 h 251090"/>
                <a:gd name="connsiteX3" fmla="*/ 6169567 w 6273167"/>
                <a:gd name="connsiteY3" fmla="*/ 0 h 251090"/>
                <a:gd name="connsiteX4" fmla="*/ 6242823 w 6273167"/>
                <a:gd name="connsiteY4" fmla="*/ 30344 h 251090"/>
                <a:gd name="connsiteX5" fmla="*/ 6273167 w 6273167"/>
                <a:gd name="connsiteY5" fmla="*/ 103600 h 251090"/>
                <a:gd name="connsiteX6" fmla="*/ 6273167 w 6273167"/>
                <a:gd name="connsiteY6" fmla="*/ 147490 h 251090"/>
                <a:gd name="connsiteX7" fmla="*/ 6242823 w 6273167"/>
                <a:gd name="connsiteY7" fmla="*/ 220746 h 251090"/>
                <a:gd name="connsiteX8" fmla="*/ 6169567 w 6273167"/>
                <a:gd name="connsiteY8" fmla="*/ 251090 h 251090"/>
                <a:gd name="connsiteX9" fmla="*/ 103600 w 6273167"/>
                <a:gd name="connsiteY9" fmla="*/ 251090 h 251090"/>
                <a:gd name="connsiteX10" fmla="*/ 30344 w 6273167"/>
                <a:gd name="connsiteY10" fmla="*/ 220746 h 251090"/>
                <a:gd name="connsiteX11" fmla="*/ 0 w 6273167"/>
                <a:gd name="connsiteY11" fmla="*/ 147490 h 251090"/>
                <a:gd name="connsiteX12" fmla="*/ 0 w 6273167"/>
                <a:gd name="connsiteY12" fmla="*/ 103600 h 251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73167" h="251090">
                  <a:moveTo>
                    <a:pt x="0" y="103600"/>
                  </a:moveTo>
                  <a:cubicBezTo>
                    <a:pt x="0" y="76124"/>
                    <a:pt x="10915" y="49772"/>
                    <a:pt x="30344" y="30344"/>
                  </a:cubicBezTo>
                  <a:cubicBezTo>
                    <a:pt x="49773" y="10915"/>
                    <a:pt x="76124" y="0"/>
                    <a:pt x="103600" y="0"/>
                  </a:cubicBezTo>
                  <a:lnTo>
                    <a:pt x="6169567" y="0"/>
                  </a:lnTo>
                  <a:cubicBezTo>
                    <a:pt x="6197043" y="0"/>
                    <a:pt x="6223395" y="10915"/>
                    <a:pt x="6242823" y="30344"/>
                  </a:cubicBezTo>
                  <a:cubicBezTo>
                    <a:pt x="6262252" y="49773"/>
                    <a:pt x="6273167" y="76124"/>
                    <a:pt x="6273167" y="103600"/>
                  </a:cubicBezTo>
                  <a:lnTo>
                    <a:pt x="6273167" y="147490"/>
                  </a:lnTo>
                  <a:cubicBezTo>
                    <a:pt x="6273167" y="174966"/>
                    <a:pt x="6262252" y="201318"/>
                    <a:pt x="6242823" y="220746"/>
                  </a:cubicBezTo>
                  <a:cubicBezTo>
                    <a:pt x="6223394" y="240175"/>
                    <a:pt x="6197043" y="251090"/>
                    <a:pt x="6169567" y="251090"/>
                  </a:cubicBezTo>
                  <a:lnTo>
                    <a:pt x="103600" y="251090"/>
                  </a:lnTo>
                  <a:cubicBezTo>
                    <a:pt x="76124" y="251090"/>
                    <a:pt x="49772" y="240175"/>
                    <a:pt x="30344" y="220746"/>
                  </a:cubicBezTo>
                  <a:cubicBezTo>
                    <a:pt x="10915" y="201317"/>
                    <a:pt x="0" y="174966"/>
                    <a:pt x="0" y="147490"/>
                  </a:cubicBezTo>
                  <a:lnTo>
                    <a:pt x="0" y="1036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14338F"/>
                </a:gs>
                <a:gs pos="100000">
                  <a:srgbClr val="2A71B7">
                    <a:alpha val="30000"/>
                  </a:srgbClr>
                </a:gs>
              </a:gsLst>
              <a:lin ang="0" scaled="0"/>
              <a:tileRect/>
            </a:gradFill>
            <a:ln>
              <a:noFill/>
            </a:ln>
            <a:effectLst>
              <a:outerShdw blurRad="50800" dist="127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2" tIns="45711" rIns="91422" bIns="45711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465">
                <a:latin typeface="+mn-ea"/>
                <a:ea typeface="+mn-ea"/>
              </a:endParaRPr>
            </a:p>
          </p:txBody>
        </p:sp>
        <p:sp>
          <p:nvSpPr>
            <p:cNvPr id="12" name="양쪽 모서리가 둥근 사각형 11"/>
            <p:cNvSpPr/>
            <p:nvPr userDrawn="1"/>
          </p:nvSpPr>
          <p:spPr bwMode="auto">
            <a:xfrm>
              <a:off x="540631" y="2431314"/>
              <a:ext cx="6480000" cy="25109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4281B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2" tIns="45711" rIns="91422" bIns="45711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465" dirty="0">
                <a:latin typeface="+mn-ea"/>
                <a:ea typeface="+mn-ea"/>
              </a:endParaRPr>
            </a:p>
          </p:txBody>
        </p:sp>
        <p:sp>
          <p:nvSpPr>
            <p:cNvPr id="13" name="눈물 방울 12"/>
            <p:cNvSpPr/>
            <p:nvPr userDrawn="1"/>
          </p:nvSpPr>
          <p:spPr bwMode="auto">
            <a:xfrm rot="10800000">
              <a:off x="540632" y="2431314"/>
              <a:ext cx="274827" cy="251090"/>
            </a:xfrm>
            <a:prstGeom prst="teardrop">
              <a:avLst/>
            </a:prstGeom>
            <a:gradFill flip="none" rotWithShape="1">
              <a:gsLst>
                <a:gs pos="0">
                  <a:srgbClr val="14338F"/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08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2" tIns="45711" rIns="91422" bIns="45711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465" dirty="0">
                <a:latin typeface="+mn-ea"/>
                <a:ea typeface="+mn-ea"/>
              </a:endParaRPr>
            </a:p>
          </p:txBody>
        </p:sp>
        <p:sp>
          <p:nvSpPr>
            <p:cNvPr id="14" name="모서리가 둥근 직사각형 13"/>
            <p:cNvSpPr/>
            <p:nvPr userDrawn="1"/>
          </p:nvSpPr>
          <p:spPr bwMode="auto">
            <a:xfrm>
              <a:off x="540632" y="2430404"/>
              <a:ext cx="612070" cy="252000"/>
            </a:xfrm>
            <a:prstGeom prst="roundRect">
              <a:avLst>
                <a:gd name="adj" fmla="val 41260"/>
              </a:avLst>
            </a:prstGeom>
            <a:gradFill flip="none" rotWithShape="1">
              <a:gsLst>
                <a:gs pos="0">
                  <a:srgbClr val="14338F"/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2" tIns="45711" rIns="91422" bIns="45711" anchor="ctr"/>
            <a:lstStyle/>
            <a:p>
              <a:pPr lvl="0" algn="ctr"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1465" dirty="0">
                <a:latin typeface="+mn-ea"/>
              </a:endParaRPr>
            </a:p>
          </p:txBody>
        </p:sp>
        <p:pic>
          <p:nvPicPr>
            <p:cNvPr id="15" name="그림 1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9460" y="2430403"/>
              <a:ext cx="233529" cy="233529"/>
            </a:xfrm>
            <a:prstGeom prst="rect">
              <a:avLst/>
            </a:prstGeom>
          </p:spPr>
        </p:pic>
      </p:grpSp>
      <p:sp>
        <p:nvSpPr>
          <p:cNvPr id="16" name="텍스트 개체 틀 2"/>
          <p:cNvSpPr>
            <a:spLocks noGrp="1"/>
          </p:cNvSpPr>
          <p:nvPr>
            <p:ph type="body" sz="quarter" idx="23"/>
          </p:nvPr>
        </p:nvSpPr>
        <p:spPr>
          <a:xfrm>
            <a:off x="1205788" y="1182056"/>
            <a:ext cx="7803729" cy="152887"/>
          </a:xfrm>
          <a:prstGeom prst="rect">
            <a:avLst/>
          </a:prstGeom>
          <a:noFill/>
          <a:ln w="6350" algn="ctr">
            <a:noFill/>
            <a:prstDash val="sysDot"/>
            <a:round/>
            <a:headEnd/>
            <a:tailEnd/>
          </a:ln>
        </p:spPr>
        <p:txBody>
          <a:bodyPr lIns="0" tIns="0" rIns="0" bIns="0" anchor="ctr">
            <a:scene3d>
              <a:camera prst="orthographicFront"/>
              <a:lightRig rig="brightRoom" dir="tl"/>
            </a:scene3d>
            <a:sp3d prstMaterial="flat">
              <a:bevelT w="0" h="0" prst="artDeco"/>
              <a:extrusionClr>
                <a:schemeClr val="tx2">
                  <a:lumMod val="50000"/>
                </a:schemeClr>
              </a:extrusionClr>
              <a:contourClr>
                <a:schemeClr val="tx2">
                  <a:lumMod val="20000"/>
                  <a:lumOff val="80000"/>
                </a:schemeClr>
              </a:contourClr>
            </a:sp3d>
          </a:bodyPr>
          <a:lstStyle>
            <a:lvl1pPr marL="279380" indent="-279380">
              <a:buNone/>
              <a:defRPr lang="ko-KR" altLang="en-US" sz="607" b="1" dirty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marL="0" lvl="0" indent="0" defTabSz="483472" eaLnBrk="0" latinLnBrk="0" hangingPunct="0">
              <a:spcBef>
                <a:spcPts val="76"/>
              </a:spcBef>
              <a:tabLst>
                <a:tab pos="2852721" algn="l"/>
              </a:tabLst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5095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"/>
          <p:cNvSpPr>
            <a:spLocks noGrp="1"/>
          </p:cNvSpPr>
          <p:nvPr>
            <p:ph type="body" sz="quarter" idx="15"/>
          </p:nvPr>
        </p:nvSpPr>
        <p:spPr>
          <a:xfrm>
            <a:off x="679926" y="295126"/>
            <a:ext cx="5188148" cy="161633"/>
          </a:xfrm>
          <a:prstGeom prst="rect">
            <a:avLst/>
          </a:prstGeom>
        </p:spPr>
        <p:txBody>
          <a:bodyPr lIns="0" rIns="0" anchor="ctr"/>
          <a:lstStyle>
            <a:lvl1pPr marL="0" indent="0">
              <a:spcBef>
                <a:spcPts val="85"/>
              </a:spcBef>
              <a:buNone/>
              <a:defRPr kumimoji="0" lang="ko-KR" altLang="en-US" sz="1693" b="1" kern="1200" dirty="0">
                <a:solidFill>
                  <a:srgbClr val="3F6EA7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0" algn="l" defTabSz="882889" rtl="0" eaLnBrk="0" fontAlgn="base" latinLnBrk="1" hangingPunct="0">
              <a:spcBef>
                <a:spcPts val="85"/>
              </a:spcBef>
              <a:spcAft>
                <a:spcPct val="0"/>
              </a:spcAft>
              <a:buFont typeface="Arial" charset="0"/>
              <a:buNone/>
            </a:pPr>
            <a:r>
              <a:rPr lang="ko-KR" altLang="en-US" dirty="0"/>
              <a:t>마스터 텍스트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679927" y="566716"/>
            <a:ext cx="7781986" cy="138463"/>
          </a:xfrm>
          <a:prstGeom prst="rect">
            <a:avLst/>
          </a:prstGeom>
        </p:spPr>
        <p:txBody>
          <a:bodyPr lIns="0" rIns="0" anchor="ctr"/>
          <a:lstStyle>
            <a:lvl1pPr marL="0" indent="0">
              <a:spcBef>
                <a:spcPts val="85"/>
              </a:spcBef>
              <a:buNone/>
              <a:defRPr kumimoji="0" lang="ko-KR" altLang="en-US" sz="847" kern="1200" dirty="0">
                <a:solidFill>
                  <a:srgbClr val="3F6EA7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0" algn="l" defTabSz="882889" rtl="0" eaLnBrk="0" fontAlgn="base" latinLnBrk="1" hangingPunct="0">
              <a:spcBef>
                <a:spcPts val="85"/>
              </a:spcBef>
              <a:spcAft>
                <a:spcPct val="0"/>
              </a:spcAft>
              <a:buFont typeface="Arial" charset="0"/>
              <a:buNone/>
            </a:pPr>
            <a:r>
              <a:rPr lang="ko-KR" altLang="en-US" dirty="0"/>
              <a:t>마스터 텍스트</a:t>
            </a:r>
          </a:p>
        </p:txBody>
      </p:sp>
      <p:sp>
        <p:nvSpPr>
          <p:cNvPr id="4" name="제목 100"/>
          <p:cNvSpPr>
            <a:spLocks noGrp="1"/>
          </p:cNvSpPr>
          <p:nvPr>
            <p:ph type="title"/>
          </p:nvPr>
        </p:nvSpPr>
        <p:spPr>
          <a:xfrm>
            <a:off x="679927" y="706157"/>
            <a:ext cx="7781986" cy="189321"/>
          </a:xfrm>
          <a:prstGeom prst="rect">
            <a:avLst/>
          </a:prstGeom>
        </p:spPr>
        <p:txBody>
          <a:bodyPr lIns="0" tIns="0" rIns="0"/>
          <a:lstStyle>
            <a:lvl1pPr marL="0" algn="l" defTabSz="1094572" rtl="0" eaLnBrk="1" fontAlgn="base" latinLnBrk="1" hangingPunct="1">
              <a:spcBef>
                <a:spcPct val="0"/>
              </a:spcBef>
              <a:spcAft>
                <a:spcPct val="0"/>
              </a:spcAft>
              <a:defRPr lang="ko-KR" altLang="en-US" sz="1354" b="1" kern="1200" dirty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8962347" y="779779"/>
            <a:ext cx="448054" cy="161880"/>
          </a:xfrm>
          <a:prstGeom prst="rect">
            <a:avLst/>
          </a:prstGeom>
          <a:noFill/>
          <a:ln w="6350" algn="ctr">
            <a:noFill/>
            <a:prstDash val="sysDot"/>
            <a:round/>
            <a:headEnd/>
            <a:tailEnd/>
          </a:ln>
        </p:spPr>
        <p:txBody>
          <a:bodyPr lIns="0" tIns="0" rIns="0" bIns="0" anchor="ctr">
            <a:scene3d>
              <a:camera prst="orthographicFront"/>
              <a:lightRig rig="brightRoom" dir="tl"/>
            </a:scene3d>
            <a:sp3d prstMaterial="flat">
              <a:bevelT w="0" h="0" prst="artDeco"/>
              <a:extrusionClr>
                <a:schemeClr val="tx2">
                  <a:lumMod val="50000"/>
                </a:schemeClr>
              </a:extrusionClr>
              <a:contourClr>
                <a:schemeClr val="tx2">
                  <a:lumMod val="20000"/>
                  <a:lumOff val="80000"/>
                </a:schemeClr>
              </a:contourClr>
            </a:sp3d>
          </a:bodyPr>
          <a:lstStyle>
            <a:lvl1pPr marL="0" indent="0" algn="l" defTabSz="810323" rtl="0" eaLnBrk="0" latinLnBrk="0" hangingPunct="0">
              <a:spcBef>
                <a:spcPts val="127"/>
              </a:spcBef>
              <a:buNone/>
              <a:tabLst>
                <a:tab pos="4781307" algn="l"/>
              </a:tabLst>
              <a:defRPr lang="ko-KR" altLang="en-US" sz="847" kern="1200" dirty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0" algn="l" defTabSz="810323" rtl="0" eaLnBrk="0" latinLnBrk="0" hangingPunct="0">
              <a:tabLst>
                <a:tab pos="4781307" algn="l"/>
              </a:tabLst>
              <a:defRPr lang="ko-KR" altLang="en-US" sz="847" kern="1200" dirty="0" smtClean="0">
                <a:solidFill>
                  <a:schemeClr val="tx2">
                    <a:lumMod val="75000"/>
                  </a:schemeClr>
                </a:solidFill>
                <a:latin typeface="-윤고딕140" pitchFamily="18" charset="-127"/>
                <a:ea typeface="-윤고딕140" pitchFamily="18" charset="-127"/>
                <a:cs typeface="+mn-cs"/>
              </a:defRPr>
            </a:lvl2pPr>
            <a:lvl3pPr marL="0" algn="l" defTabSz="810323" rtl="0" eaLnBrk="0" latinLnBrk="0" hangingPunct="0">
              <a:tabLst>
                <a:tab pos="4781307" algn="l"/>
              </a:tabLst>
              <a:defRPr lang="ko-KR" altLang="en-US" sz="847" kern="1200" dirty="0" smtClean="0">
                <a:solidFill>
                  <a:schemeClr val="tx2">
                    <a:lumMod val="75000"/>
                  </a:schemeClr>
                </a:solidFill>
                <a:latin typeface="-윤고딕140" pitchFamily="18" charset="-127"/>
                <a:ea typeface="-윤고딕140" pitchFamily="18" charset="-127"/>
                <a:cs typeface="+mn-cs"/>
              </a:defRPr>
            </a:lvl3pPr>
            <a:lvl4pPr marL="0" algn="l" defTabSz="810323" rtl="0" eaLnBrk="0" latinLnBrk="0" hangingPunct="0">
              <a:tabLst>
                <a:tab pos="4781307" algn="l"/>
              </a:tabLst>
              <a:defRPr lang="ko-KR" altLang="en-US" sz="847" kern="1200" dirty="0" smtClean="0">
                <a:solidFill>
                  <a:schemeClr val="tx2">
                    <a:lumMod val="75000"/>
                  </a:schemeClr>
                </a:solidFill>
                <a:latin typeface="-윤고딕140" pitchFamily="18" charset="-127"/>
                <a:ea typeface="-윤고딕140" pitchFamily="18" charset="-127"/>
                <a:cs typeface="+mn-cs"/>
              </a:defRPr>
            </a:lvl4pPr>
            <a:lvl5pPr marL="0" algn="l" defTabSz="810323" rtl="0" eaLnBrk="0" latinLnBrk="0" hangingPunct="0">
              <a:tabLst>
                <a:tab pos="4781307" algn="l"/>
              </a:tabLst>
              <a:defRPr lang="ko-KR" altLang="en-US" sz="847" kern="1200" dirty="0">
                <a:solidFill>
                  <a:schemeClr val="tx2">
                    <a:lumMod val="75000"/>
                  </a:schemeClr>
                </a:solidFill>
                <a:latin typeface="-윤고딕140" pitchFamily="18" charset="-127"/>
                <a:ea typeface="-윤고딕140" pitchFamily="18" charset="-127"/>
                <a:cs typeface="+mn-cs"/>
              </a:defRPr>
            </a:lvl5pPr>
          </a:lstStyle>
          <a:p>
            <a:pPr marL="0" lvl="0" defTabSz="810323" eaLnBrk="0" latinLnBrk="0" hangingPunct="0">
              <a:tabLst>
                <a:tab pos="4781307" algn="l"/>
              </a:tabLst>
            </a:pPr>
            <a:endParaRPr lang="ko-KR" altLang="en-US" dirty="0"/>
          </a:p>
        </p:txBody>
      </p:sp>
      <p:sp>
        <p:nvSpPr>
          <p:cNvPr id="6" name="텍스트 개체 틀 2"/>
          <p:cNvSpPr>
            <a:spLocks noGrp="1"/>
          </p:cNvSpPr>
          <p:nvPr>
            <p:ph type="body" sz="quarter" idx="18"/>
          </p:nvPr>
        </p:nvSpPr>
        <p:spPr>
          <a:xfrm>
            <a:off x="679927" y="1010930"/>
            <a:ext cx="8749665" cy="346158"/>
          </a:xfrm>
          <a:prstGeom prst="rect">
            <a:avLst/>
          </a:prstGeom>
          <a:solidFill>
            <a:schemeClr val="bg1">
              <a:alpha val="80000"/>
            </a:schemeClr>
          </a:solidFill>
          <a:ln w="6350" algn="ctr">
            <a:noFill/>
            <a:prstDash val="sysDot"/>
            <a:round/>
            <a:headEnd/>
            <a:tailEnd/>
          </a:ln>
        </p:spPr>
        <p:txBody>
          <a:bodyPr lIns="0" tIns="0" rIns="0" bIns="0" anchor="t">
            <a:scene3d>
              <a:camera prst="orthographicFront"/>
              <a:lightRig rig="brightRoom" dir="tl"/>
            </a:scene3d>
            <a:sp3d prstMaterial="flat">
              <a:bevelT w="0" h="0" prst="artDeco"/>
              <a:extrusionClr>
                <a:schemeClr val="tx2">
                  <a:lumMod val="50000"/>
                </a:schemeClr>
              </a:extrusionClr>
              <a:contourClr>
                <a:schemeClr val="tx2">
                  <a:lumMod val="20000"/>
                  <a:lumOff val="80000"/>
                </a:schemeClr>
              </a:contourClr>
            </a:sp3d>
          </a:bodyPr>
          <a:lstStyle>
            <a:lvl1pPr marL="0" indent="0" algn="just" defTabSz="810323" rtl="0" eaLnBrk="0" latinLnBrk="0" hangingPunct="0">
              <a:spcBef>
                <a:spcPts val="127"/>
              </a:spcBef>
              <a:buNone/>
              <a:tabLst>
                <a:tab pos="4781307" algn="l"/>
              </a:tabLst>
              <a:defRPr lang="ko-KR" altLang="en-US" sz="1016" kern="1200" dirty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0" algn="l" defTabSz="810323" rtl="0" eaLnBrk="0" latinLnBrk="0" hangingPunct="0">
              <a:tabLst>
                <a:tab pos="4781307" algn="l"/>
              </a:tabLst>
              <a:defRPr lang="ko-KR" altLang="en-US" sz="847" kern="1200" dirty="0" smtClean="0">
                <a:solidFill>
                  <a:schemeClr val="tx2">
                    <a:lumMod val="75000"/>
                  </a:schemeClr>
                </a:solidFill>
                <a:latin typeface="-윤고딕140" pitchFamily="18" charset="-127"/>
                <a:ea typeface="-윤고딕140" pitchFamily="18" charset="-127"/>
                <a:cs typeface="+mn-cs"/>
              </a:defRPr>
            </a:lvl2pPr>
            <a:lvl3pPr marL="0" algn="l" defTabSz="810323" rtl="0" eaLnBrk="0" latinLnBrk="0" hangingPunct="0">
              <a:tabLst>
                <a:tab pos="4781307" algn="l"/>
              </a:tabLst>
              <a:defRPr lang="ko-KR" altLang="en-US" sz="847" kern="1200" dirty="0" smtClean="0">
                <a:solidFill>
                  <a:schemeClr val="tx2">
                    <a:lumMod val="75000"/>
                  </a:schemeClr>
                </a:solidFill>
                <a:latin typeface="-윤고딕140" pitchFamily="18" charset="-127"/>
                <a:ea typeface="-윤고딕140" pitchFamily="18" charset="-127"/>
                <a:cs typeface="+mn-cs"/>
              </a:defRPr>
            </a:lvl3pPr>
            <a:lvl4pPr marL="0" algn="l" defTabSz="810323" rtl="0" eaLnBrk="0" latinLnBrk="0" hangingPunct="0">
              <a:tabLst>
                <a:tab pos="4781307" algn="l"/>
              </a:tabLst>
              <a:defRPr lang="ko-KR" altLang="en-US" sz="847" kern="1200" dirty="0" smtClean="0">
                <a:solidFill>
                  <a:schemeClr val="tx2">
                    <a:lumMod val="75000"/>
                  </a:schemeClr>
                </a:solidFill>
                <a:latin typeface="-윤고딕140" pitchFamily="18" charset="-127"/>
                <a:ea typeface="-윤고딕140" pitchFamily="18" charset="-127"/>
                <a:cs typeface="+mn-cs"/>
              </a:defRPr>
            </a:lvl4pPr>
            <a:lvl5pPr marL="0" algn="l" defTabSz="810323" rtl="0" eaLnBrk="0" latinLnBrk="0" hangingPunct="0">
              <a:tabLst>
                <a:tab pos="4781307" algn="l"/>
              </a:tabLst>
              <a:defRPr lang="ko-KR" altLang="en-US" sz="847" kern="1200" dirty="0">
                <a:solidFill>
                  <a:schemeClr val="tx2">
                    <a:lumMod val="75000"/>
                  </a:schemeClr>
                </a:solidFill>
                <a:latin typeface="-윤고딕140" pitchFamily="18" charset="-127"/>
                <a:ea typeface="-윤고딕140" pitchFamily="18" charset="-127"/>
                <a:cs typeface="+mn-cs"/>
              </a:defRPr>
            </a:lvl5pPr>
          </a:lstStyle>
          <a:p>
            <a:pPr marL="0" lvl="0" defTabSz="810323" eaLnBrk="0" latinLnBrk="0" hangingPunct="0">
              <a:tabLst>
                <a:tab pos="4781307" algn="l"/>
              </a:tabLst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06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813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8022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gi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"/>
            <a:ext cx="9197720" cy="799115"/>
          </a:xfrm>
          <a:prstGeom prst="rect">
            <a:avLst/>
          </a:prstGeom>
        </p:spPr>
      </p:pic>
      <p:grpSp>
        <p:nvGrpSpPr>
          <p:cNvPr id="23" name="그룹 22"/>
          <p:cNvGrpSpPr/>
          <p:nvPr userDrawn="1"/>
        </p:nvGrpSpPr>
        <p:grpSpPr>
          <a:xfrm>
            <a:off x="4198301" y="6628623"/>
            <a:ext cx="345276" cy="36652"/>
            <a:chOff x="2919743" y="10338120"/>
            <a:chExt cx="263550" cy="57150"/>
          </a:xfrm>
          <a:solidFill>
            <a:srgbClr val="5B89C1"/>
          </a:solidFill>
        </p:grpSpPr>
        <p:sp>
          <p:nvSpPr>
            <p:cNvPr id="26" name="타원 25"/>
            <p:cNvSpPr/>
            <p:nvPr userDrawn="1"/>
          </p:nvSpPr>
          <p:spPr bwMode="auto">
            <a:xfrm>
              <a:off x="3057343" y="10338120"/>
              <a:ext cx="57150" cy="57150"/>
            </a:xfrm>
            <a:prstGeom prst="ellipse">
              <a:avLst/>
            </a:prstGeom>
            <a:solidFill>
              <a:srgbClr val="83A5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65"/>
            </a:p>
          </p:txBody>
        </p:sp>
        <p:sp>
          <p:nvSpPr>
            <p:cNvPr id="27" name="타원 26"/>
            <p:cNvSpPr/>
            <p:nvPr userDrawn="1"/>
          </p:nvSpPr>
          <p:spPr bwMode="auto">
            <a:xfrm>
              <a:off x="3126143" y="10338120"/>
              <a:ext cx="57150" cy="571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65"/>
            </a:p>
          </p:txBody>
        </p:sp>
        <p:sp>
          <p:nvSpPr>
            <p:cNvPr id="28" name="타원 27"/>
            <p:cNvSpPr/>
            <p:nvPr userDrawn="1"/>
          </p:nvSpPr>
          <p:spPr bwMode="auto">
            <a:xfrm>
              <a:off x="2988543" y="10338120"/>
              <a:ext cx="57150" cy="57150"/>
            </a:xfrm>
            <a:prstGeom prst="ellipse">
              <a:avLst/>
            </a:prstGeom>
            <a:solidFill>
              <a:srgbClr val="A8C0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65"/>
            </a:p>
          </p:txBody>
        </p:sp>
        <p:sp>
          <p:nvSpPr>
            <p:cNvPr id="31" name="타원 30"/>
            <p:cNvSpPr/>
            <p:nvPr userDrawn="1"/>
          </p:nvSpPr>
          <p:spPr bwMode="auto">
            <a:xfrm>
              <a:off x="2919743" y="10338120"/>
              <a:ext cx="57150" cy="57150"/>
            </a:xfrm>
            <a:prstGeom prst="ellipse">
              <a:avLst/>
            </a:prstGeom>
            <a:solidFill>
              <a:srgbClr val="C7D6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465"/>
            </a:p>
          </p:txBody>
        </p:sp>
      </p:grpSp>
      <p:grpSp>
        <p:nvGrpSpPr>
          <p:cNvPr id="32" name="그룹 31"/>
          <p:cNvGrpSpPr/>
          <p:nvPr userDrawn="1"/>
        </p:nvGrpSpPr>
        <p:grpSpPr>
          <a:xfrm>
            <a:off x="5330351" y="6628067"/>
            <a:ext cx="349435" cy="36652"/>
            <a:chOff x="7856761" y="10330110"/>
            <a:chExt cx="266724" cy="57150"/>
          </a:xfrm>
          <a:solidFill>
            <a:srgbClr val="5B89C1"/>
          </a:solidFill>
        </p:grpSpPr>
        <p:sp>
          <p:nvSpPr>
            <p:cNvPr id="42" name="타원 41"/>
            <p:cNvSpPr/>
            <p:nvPr userDrawn="1"/>
          </p:nvSpPr>
          <p:spPr bwMode="auto">
            <a:xfrm>
              <a:off x="7856761" y="10330110"/>
              <a:ext cx="57150" cy="571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/>
              <a:endParaRPr lang="ko-KR" altLang="en-US" sz="1465"/>
            </a:p>
          </p:txBody>
        </p:sp>
        <p:sp>
          <p:nvSpPr>
            <p:cNvPr id="43" name="타원 42"/>
            <p:cNvSpPr/>
            <p:nvPr userDrawn="1"/>
          </p:nvSpPr>
          <p:spPr bwMode="auto">
            <a:xfrm>
              <a:off x="7926619" y="10330110"/>
              <a:ext cx="57150" cy="57150"/>
            </a:xfrm>
            <a:prstGeom prst="ellipse">
              <a:avLst/>
            </a:prstGeom>
            <a:solidFill>
              <a:srgbClr val="83A5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/>
              <a:endParaRPr lang="ko-KR" altLang="en-US" sz="1465"/>
            </a:p>
          </p:txBody>
        </p:sp>
        <p:sp>
          <p:nvSpPr>
            <p:cNvPr id="44" name="타원 43"/>
            <p:cNvSpPr/>
            <p:nvPr userDrawn="1"/>
          </p:nvSpPr>
          <p:spPr bwMode="auto">
            <a:xfrm>
              <a:off x="7996477" y="10330110"/>
              <a:ext cx="57150" cy="57150"/>
            </a:xfrm>
            <a:prstGeom prst="ellipse">
              <a:avLst/>
            </a:prstGeom>
            <a:solidFill>
              <a:srgbClr val="A8C0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/>
              <a:endParaRPr lang="ko-KR" altLang="en-US" sz="1465"/>
            </a:p>
          </p:txBody>
        </p:sp>
        <p:sp>
          <p:nvSpPr>
            <p:cNvPr id="45" name="타원 44"/>
            <p:cNvSpPr/>
            <p:nvPr userDrawn="1"/>
          </p:nvSpPr>
          <p:spPr bwMode="auto">
            <a:xfrm>
              <a:off x="8066335" y="10330110"/>
              <a:ext cx="57150" cy="57150"/>
            </a:xfrm>
            <a:prstGeom prst="ellipse">
              <a:avLst/>
            </a:prstGeom>
            <a:solidFill>
              <a:srgbClr val="C7D6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/>
              <a:endParaRPr lang="ko-KR" altLang="en-US" sz="1465"/>
            </a:p>
          </p:txBody>
        </p:sp>
      </p:grpSp>
      <p:grpSp>
        <p:nvGrpSpPr>
          <p:cNvPr id="47" name="그룹 46"/>
          <p:cNvGrpSpPr/>
          <p:nvPr userDrawn="1"/>
        </p:nvGrpSpPr>
        <p:grpSpPr>
          <a:xfrm>
            <a:off x="412751" y="496112"/>
            <a:ext cx="9144378" cy="32657"/>
            <a:chOff x="315051" y="810924"/>
            <a:chExt cx="6979916" cy="50921"/>
          </a:xfrm>
        </p:grpSpPr>
        <p:sp>
          <p:nvSpPr>
            <p:cNvPr id="48" name="직사각형 47"/>
            <p:cNvSpPr/>
            <p:nvPr userDrawn="1"/>
          </p:nvSpPr>
          <p:spPr bwMode="auto">
            <a:xfrm>
              <a:off x="315051" y="810925"/>
              <a:ext cx="6979916" cy="50920"/>
            </a:xfrm>
            <a:prstGeom prst="rect">
              <a:avLst/>
            </a:prstGeom>
            <a:solidFill>
              <a:srgbClr val="2A71B7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744952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465"/>
            </a:p>
          </p:txBody>
        </p:sp>
        <p:sp>
          <p:nvSpPr>
            <p:cNvPr id="49" name="직사각형 48"/>
            <p:cNvSpPr/>
            <p:nvPr userDrawn="1"/>
          </p:nvSpPr>
          <p:spPr bwMode="auto">
            <a:xfrm>
              <a:off x="1044327" y="810924"/>
              <a:ext cx="1979612" cy="50920"/>
            </a:xfrm>
            <a:prstGeom prst="rect">
              <a:avLst/>
            </a:prstGeom>
            <a:solidFill>
              <a:srgbClr val="14338F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744952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465"/>
            </a:p>
          </p:txBody>
        </p:sp>
      </p:grpSp>
      <p:sp>
        <p:nvSpPr>
          <p:cNvPr id="25" name="Text Box 9"/>
          <p:cNvSpPr txBox="1">
            <a:spLocks noChangeArrowheads="1"/>
          </p:cNvSpPr>
          <p:nvPr userDrawn="1"/>
        </p:nvSpPr>
        <p:spPr bwMode="auto">
          <a:xfrm>
            <a:off x="5696435" y="6557817"/>
            <a:ext cx="3972067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r" defTabSz="373628">
              <a:defRPr/>
            </a:pPr>
            <a:r>
              <a:rPr lang="ko-KR" altLang="en-US" sz="800" b="1" dirty="0">
                <a:solidFill>
                  <a:srgbClr val="0A508C"/>
                </a:solidFill>
                <a:latin typeface="+mn-ea"/>
              </a:rPr>
              <a:t>위성간 통신 라우팅 기술 </a:t>
            </a:r>
            <a:r>
              <a:rPr lang="ko-KR" altLang="en-US" sz="800" b="1" dirty="0" err="1">
                <a:solidFill>
                  <a:srgbClr val="0A508C"/>
                </a:solidFill>
                <a:latin typeface="+mn-ea"/>
              </a:rPr>
              <a:t>성능분석을</a:t>
            </a:r>
            <a:r>
              <a:rPr lang="ko-KR" altLang="en-US" sz="800" b="1" dirty="0">
                <a:solidFill>
                  <a:srgbClr val="0A508C"/>
                </a:solidFill>
                <a:latin typeface="+mn-ea"/>
              </a:rPr>
              <a:t> 위한 </a:t>
            </a:r>
            <a:r>
              <a:rPr lang="ko-KR" altLang="en-US" sz="800" b="1" dirty="0" err="1">
                <a:solidFill>
                  <a:srgbClr val="0A508C"/>
                </a:solidFill>
                <a:latin typeface="+mn-ea"/>
              </a:rPr>
              <a:t>시험장치</a:t>
            </a:r>
            <a:r>
              <a:rPr lang="ko-KR" altLang="en-US" sz="800" b="1" dirty="0">
                <a:solidFill>
                  <a:srgbClr val="0A508C"/>
                </a:solidFill>
                <a:latin typeface="+mn-ea"/>
              </a:rPr>
              <a:t> 개발 </a:t>
            </a:r>
            <a:endParaRPr kumimoji="0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2" name="Rectangle 133"/>
          <p:cNvSpPr>
            <a:spLocks noChangeArrowheads="1"/>
          </p:cNvSpPr>
          <p:nvPr userDrawn="1"/>
        </p:nvSpPr>
        <p:spPr bwMode="auto">
          <a:xfrm>
            <a:off x="4531144" y="6581524"/>
            <a:ext cx="784225" cy="12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pPr algn="ctr" defTabSz="104305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78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Times New Roman" pitchFamily="18" charset="0"/>
              </a:rPr>
              <a:t>14 </a:t>
            </a:r>
            <a:r>
              <a:rPr lang="en-US" altLang="ko-KR" sz="78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Times New Roman" pitchFamily="18" charset="0"/>
              </a:rPr>
              <a:t>- </a:t>
            </a:r>
            <a:fld id="{CCF6C6EE-BF03-4997-964E-AB2BC7E09DA1}" type="slidenum">
              <a:rPr lang="en-US" altLang="ko-KR" sz="78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Times New Roman" pitchFamily="18" charset="0"/>
              </a:rPr>
              <a:pPr algn="ctr" defTabSz="1043056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altLang="ko-KR" sz="78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  <a:cs typeface="Times New Roman" pitchFamily="18" charset="0"/>
            </a:endParaRPr>
          </a:p>
        </p:txBody>
      </p:sp>
      <p:grpSp>
        <p:nvGrpSpPr>
          <p:cNvPr id="34" name="그룹 33"/>
          <p:cNvGrpSpPr/>
          <p:nvPr userDrawn="1"/>
        </p:nvGrpSpPr>
        <p:grpSpPr>
          <a:xfrm>
            <a:off x="488503" y="6544964"/>
            <a:ext cx="9180000" cy="1588"/>
            <a:chOff x="644524" y="10206854"/>
            <a:chExt cx="9180000" cy="1588"/>
          </a:xfrm>
        </p:grpSpPr>
        <p:cxnSp>
          <p:nvCxnSpPr>
            <p:cNvPr id="35" name="직선 연결선 34"/>
            <p:cNvCxnSpPr/>
            <p:nvPr userDrawn="1"/>
          </p:nvCxnSpPr>
          <p:spPr bwMode="auto">
            <a:xfrm>
              <a:off x="644524" y="10206854"/>
              <a:ext cx="918000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/>
            <p:cNvCxnSpPr/>
            <p:nvPr userDrawn="1"/>
          </p:nvCxnSpPr>
          <p:spPr bwMode="auto">
            <a:xfrm>
              <a:off x="2805125" y="10206854"/>
              <a:ext cx="3240000" cy="1588"/>
            </a:xfrm>
            <a:prstGeom prst="line">
              <a:avLst/>
            </a:prstGeom>
            <a:ln w="9525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그림 28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512" y="6581246"/>
            <a:ext cx="432048" cy="222792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 userDrawn="1"/>
        </p:nvPicPr>
        <p:blipFill rotWithShape="1">
          <a:blip r:embed="rId1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36" r="17779" b="26249"/>
          <a:stretch/>
        </p:blipFill>
        <p:spPr>
          <a:xfrm>
            <a:off x="7977336" y="44624"/>
            <a:ext cx="1616751" cy="45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800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724" r:id="rId2"/>
    <p:sldLayoutId id="2147483682" r:id="rId3"/>
    <p:sldLayoutId id="2147483713" r:id="rId4"/>
    <p:sldLayoutId id="2147483717" r:id="rId5"/>
    <p:sldLayoutId id="2147483741" r:id="rId6"/>
    <p:sldLayoutId id="2147483742" r:id="rId7"/>
    <p:sldLayoutId id="2147483743" r:id="rId8"/>
  </p:sldLayoutIdLst>
  <p:txStyles>
    <p:titleStyle>
      <a:lvl1pPr algn="ctr" defTabSz="745013" rtl="0" eaLnBrk="1" latinLnBrk="1" hangingPunct="1">
        <a:spcBef>
          <a:spcPct val="0"/>
        </a:spcBef>
        <a:buNone/>
        <a:defRPr sz="35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9380" indent="-279380" algn="l" defTabSz="745013" rtl="0" eaLnBrk="1" latinLnBrk="1" hangingPunct="1">
        <a:spcBef>
          <a:spcPct val="20000"/>
        </a:spcBef>
        <a:buFont typeface="Arial" pitchFamily="34" charset="0"/>
        <a:buChar char="•"/>
        <a:defRPr sz="2627" kern="1200">
          <a:solidFill>
            <a:schemeClr val="tx1"/>
          </a:solidFill>
          <a:latin typeface="+mn-lt"/>
          <a:ea typeface="+mn-ea"/>
          <a:cs typeface="+mn-cs"/>
        </a:defRPr>
      </a:lvl1pPr>
      <a:lvl2pPr marL="605324" indent="-232817" algn="l" defTabSz="745013" rtl="0" eaLnBrk="1" latinLnBrk="1" hangingPunct="1">
        <a:spcBef>
          <a:spcPct val="20000"/>
        </a:spcBef>
        <a:buFont typeface="Arial" pitchFamily="34" charset="0"/>
        <a:buChar char="–"/>
        <a:defRPr sz="2273" kern="1200">
          <a:solidFill>
            <a:schemeClr val="tx1"/>
          </a:solidFill>
          <a:latin typeface="+mn-lt"/>
          <a:ea typeface="+mn-ea"/>
          <a:cs typeface="+mn-cs"/>
        </a:defRPr>
      </a:lvl2pPr>
      <a:lvl3pPr marL="931267" indent="-186254" algn="l" defTabSz="745013" rtl="0" eaLnBrk="1" latinLnBrk="1" hangingPunct="1">
        <a:spcBef>
          <a:spcPct val="20000"/>
        </a:spcBef>
        <a:buFont typeface="Arial" pitchFamily="34" charset="0"/>
        <a:buChar char="•"/>
        <a:defRPr sz="1971" kern="1200">
          <a:solidFill>
            <a:schemeClr val="tx1"/>
          </a:solidFill>
          <a:latin typeface="+mn-lt"/>
          <a:ea typeface="+mn-ea"/>
          <a:cs typeface="+mn-cs"/>
        </a:defRPr>
      </a:lvl3pPr>
      <a:lvl4pPr marL="1303774" indent="-186254" algn="l" defTabSz="745013" rtl="0" eaLnBrk="1" latinLnBrk="1" hangingPunct="1">
        <a:spcBef>
          <a:spcPct val="20000"/>
        </a:spcBef>
        <a:buFont typeface="Arial" pitchFamily="34" charset="0"/>
        <a:buChar char="–"/>
        <a:defRPr sz="1616" kern="1200">
          <a:solidFill>
            <a:schemeClr val="tx1"/>
          </a:solidFill>
          <a:latin typeface="+mn-lt"/>
          <a:ea typeface="+mn-ea"/>
          <a:cs typeface="+mn-cs"/>
        </a:defRPr>
      </a:lvl4pPr>
      <a:lvl5pPr marL="1676281" indent="-186254" algn="l" defTabSz="745013" rtl="0" eaLnBrk="1" latinLnBrk="1" hangingPunct="1">
        <a:spcBef>
          <a:spcPct val="20000"/>
        </a:spcBef>
        <a:buFont typeface="Arial" pitchFamily="34" charset="0"/>
        <a:buChar char="»"/>
        <a:defRPr sz="1616" kern="1200">
          <a:solidFill>
            <a:schemeClr val="tx1"/>
          </a:solidFill>
          <a:latin typeface="+mn-lt"/>
          <a:ea typeface="+mn-ea"/>
          <a:cs typeface="+mn-cs"/>
        </a:defRPr>
      </a:lvl5pPr>
      <a:lvl6pPr marL="2048787" indent="-186254" algn="l" defTabSz="745013" rtl="0" eaLnBrk="1" latinLnBrk="1" hangingPunct="1">
        <a:spcBef>
          <a:spcPct val="20000"/>
        </a:spcBef>
        <a:buFont typeface="Arial" pitchFamily="34" charset="0"/>
        <a:buChar char="•"/>
        <a:defRPr sz="1616" kern="1200">
          <a:solidFill>
            <a:schemeClr val="tx1"/>
          </a:solidFill>
          <a:latin typeface="+mn-lt"/>
          <a:ea typeface="+mn-ea"/>
          <a:cs typeface="+mn-cs"/>
        </a:defRPr>
      </a:lvl6pPr>
      <a:lvl7pPr marL="2421294" indent="-186254" algn="l" defTabSz="745013" rtl="0" eaLnBrk="1" latinLnBrk="1" hangingPunct="1">
        <a:spcBef>
          <a:spcPct val="20000"/>
        </a:spcBef>
        <a:buFont typeface="Arial" pitchFamily="34" charset="0"/>
        <a:buChar char="•"/>
        <a:defRPr sz="1616" kern="1200">
          <a:solidFill>
            <a:schemeClr val="tx1"/>
          </a:solidFill>
          <a:latin typeface="+mn-lt"/>
          <a:ea typeface="+mn-ea"/>
          <a:cs typeface="+mn-cs"/>
        </a:defRPr>
      </a:lvl7pPr>
      <a:lvl8pPr marL="2793801" indent="-186254" algn="l" defTabSz="745013" rtl="0" eaLnBrk="1" latinLnBrk="1" hangingPunct="1">
        <a:spcBef>
          <a:spcPct val="20000"/>
        </a:spcBef>
        <a:buFont typeface="Arial" pitchFamily="34" charset="0"/>
        <a:buChar char="•"/>
        <a:defRPr sz="1616" kern="1200">
          <a:solidFill>
            <a:schemeClr val="tx1"/>
          </a:solidFill>
          <a:latin typeface="+mn-lt"/>
          <a:ea typeface="+mn-ea"/>
          <a:cs typeface="+mn-cs"/>
        </a:defRPr>
      </a:lvl8pPr>
      <a:lvl9pPr marL="3166308" indent="-186254" algn="l" defTabSz="745013" rtl="0" eaLnBrk="1" latinLnBrk="1" hangingPunct="1">
        <a:spcBef>
          <a:spcPct val="20000"/>
        </a:spcBef>
        <a:buFont typeface="Arial" pitchFamily="34" charset="0"/>
        <a:buChar char="•"/>
        <a:defRPr sz="161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45013" rtl="0" eaLnBrk="1" latinLnBrk="1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1pPr>
      <a:lvl2pPr marL="372507" algn="l" defTabSz="745013" rtl="0" eaLnBrk="1" latinLnBrk="1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2pPr>
      <a:lvl3pPr marL="745013" algn="l" defTabSz="745013" rtl="0" eaLnBrk="1" latinLnBrk="1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3pPr>
      <a:lvl4pPr marL="1117520" algn="l" defTabSz="745013" rtl="0" eaLnBrk="1" latinLnBrk="1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4pPr>
      <a:lvl5pPr marL="1490027" algn="l" defTabSz="745013" rtl="0" eaLnBrk="1" latinLnBrk="1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5pPr>
      <a:lvl6pPr marL="1862533" algn="l" defTabSz="745013" rtl="0" eaLnBrk="1" latinLnBrk="1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6pPr>
      <a:lvl7pPr marL="2235040" algn="l" defTabSz="745013" rtl="0" eaLnBrk="1" latinLnBrk="1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7pPr>
      <a:lvl8pPr marL="2607547" algn="l" defTabSz="745013" rtl="0" eaLnBrk="1" latinLnBrk="1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8pPr>
      <a:lvl9pPr marL="2980053" algn="l" defTabSz="745013" rtl="0" eaLnBrk="1" latinLnBrk="1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96" b="29000"/>
          <a:stretch/>
        </p:blipFill>
        <p:spPr>
          <a:xfrm>
            <a:off x="-22613" y="0"/>
            <a:ext cx="9928613" cy="68580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0" y="2528317"/>
            <a:ext cx="990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rgbClr val="0A508C"/>
                </a:solidFill>
                <a:latin typeface="+mn-ea"/>
              </a:rPr>
              <a:t>“</a:t>
            </a:r>
            <a:r>
              <a:rPr lang="ko-KR" altLang="en-US" sz="2800" b="1" dirty="0">
                <a:solidFill>
                  <a:srgbClr val="0A508C"/>
                </a:solidFill>
                <a:latin typeface="+mn-ea"/>
              </a:rPr>
              <a:t>위성간 통신 라우팅 기술 성능분석을 위한 시험장치 개발</a:t>
            </a:r>
            <a:r>
              <a:rPr lang="en-US" altLang="ko-KR" sz="2800" b="1" dirty="0">
                <a:solidFill>
                  <a:srgbClr val="0A508C"/>
                </a:solidFill>
                <a:latin typeface="+mn-ea"/>
              </a:rPr>
              <a:t>”</a:t>
            </a:r>
            <a:endParaRPr lang="ko-KR" altLang="en-US" sz="2800" b="1" dirty="0">
              <a:solidFill>
                <a:srgbClr val="0A508C"/>
              </a:solidFill>
              <a:latin typeface="+mn-ea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-13234" y="4685074"/>
            <a:ext cx="9919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solidFill>
                  <a:srgbClr val="0A508C"/>
                </a:solidFill>
              </a:rPr>
              <a:t>2026. </a:t>
            </a:r>
            <a:r>
              <a:rPr lang="en-US" altLang="ko-KR" sz="2000" dirty="0" smtClean="0">
                <a:solidFill>
                  <a:srgbClr val="0A508C"/>
                </a:solidFill>
              </a:rPr>
              <a:t>10. </a:t>
            </a:r>
            <a:r>
              <a:rPr lang="en-US" altLang="ko-KR" sz="2000" smtClean="0">
                <a:solidFill>
                  <a:srgbClr val="0A508C"/>
                </a:solidFill>
              </a:rPr>
              <a:t>19 </a:t>
            </a:r>
            <a:endParaRPr lang="ko-KR" altLang="en-US" sz="2000" dirty="0">
              <a:solidFill>
                <a:srgbClr val="0A508C"/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0952" y="6021288"/>
            <a:ext cx="756837" cy="36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20552" y="3345085"/>
            <a:ext cx="8280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600"/>
              </a:spcAft>
              <a:defRPr sz="2600" b="1">
                <a:solidFill>
                  <a:srgbClr val="FFFFFF"/>
                </a:solidFill>
                <a:latin typeface="Malgun Gothic"/>
              </a:defRPr>
            </a:pPr>
            <a:r>
              <a:rPr lang="en-US" altLang="ko-KR" sz="2800" dirty="0" smtClean="0">
                <a:solidFill>
                  <a:schemeClr val="tx2"/>
                </a:solidFill>
              </a:rPr>
              <a:t>AFS Frame </a:t>
            </a:r>
            <a:r>
              <a:rPr lang="ko-KR" altLang="en-US" sz="2800" dirty="0" smtClean="0">
                <a:solidFill>
                  <a:schemeClr val="tx2"/>
                </a:solidFill>
              </a:rPr>
              <a:t>구성</a:t>
            </a:r>
            <a:endParaRPr lang="en-US" altLang="ko-KR" sz="2800" dirty="0" smtClean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777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94360" y="1196752"/>
            <a:ext cx="4234815" cy="459219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63"/>
          </a:p>
        </p:txBody>
      </p:sp>
      <p:sp>
        <p:nvSpPr>
          <p:cNvPr id="6" name="TextBox 5"/>
          <p:cNvSpPr txBox="1"/>
          <p:nvPr/>
        </p:nvSpPr>
        <p:spPr>
          <a:xfrm>
            <a:off x="799165" y="1463526"/>
            <a:ext cx="3937635" cy="3867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 b="1">
                <a:solidFill>
                  <a:srgbClr val="2563EB"/>
                </a:solidFill>
                <a:latin typeface="Malgun Gothic"/>
              </a:defRPr>
            </a:pPr>
            <a:r>
              <a:rPr sz="1500" dirty="0"/>
              <a:t>1. UBX-RXM-RAWX </a:t>
            </a:r>
            <a:r>
              <a:rPr sz="1500" dirty="0" smtClean="0"/>
              <a:t>(</a:t>
            </a:r>
            <a:r>
              <a:rPr sz="1500" dirty="0" err="1" smtClean="0"/>
              <a:t>다중</a:t>
            </a:r>
            <a:r>
              <a:rPr sz="1500" dirty="0" smtClean="0"/>
              <a:t> </a:t>
            </a:r>
            <a:r>
              <a:rPr sz="1500" dirty="0" err="1" smtClean="0"/>
              <a:t>관측값</a:t>
            </a:r>
            <a:r>
              <a:rPr sz="1500" dirty="0" smtClean="0"/>
              <a:t>)</a:t>
            </a:r>
            <a:endParaRPr lang="en-US" sz="1500" dirty="0" smtClean="0"/>
          </a:p>
          <a:p>
            <a:pPr>
              <a:spcAft>
                <a:spcPts val="650"/>
              </a:spcAft>
              <a:defRPr sz="1300" b="1">
                <a:solidFill>
                  <a:srgbClr val="2563EB"/>
                </a:solidFill>
                <a:latin typeface="Malgun Gothic"/>
              </a:defRPr>
            </a:pPr>
            <a:endParaRPr sz="1500" dirty="0"/>
          </a:p>
          <a:p>
            <a:pPr>
              <a:spcAft>
                <a:spcPts val="81"/>
              </a:spcAft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rPr sz="1200" dirty="0" err="1"/>
              <a:t>관측</a:t>
            </a:r>
            <a:r>
              <a:rPr sz="1200" dirty="0"/>
              <a:t> </a:t>
            </a:r>
            <a:r>
              <a:rPr sz="1200" dirty="0" err="1"/>
              <a:t>시각</a:t>
            </a:r>
            <a:r>
              <a:rPr sz="1200" dirty="0"/>
              <a:t> (GPS Week 2438, TOW 201724.989 s</a:t>
            </a:r>
            <a:r>
              <a:rPr sz="1200" dirty="0" smtClean="0"/>
              <a:t>)</a:t>
            </a:r>
            <a:r>
              <a:rPr sz="1200" dirty="0"/>
              <a:t/>
            </a:r>
            <a:br>
              <a:rPr sz="1200" dirty="0"/>
            </a:br>
            <a:endParaRPr lang="en-US" sz="1200" dirty="0" smtClean="0"/>
          </a:p>
          <a:p>
            <a:pPr>
              <a:spcAft>
                <a:spcPts val="81"/>
              </a:spcAft>
              <a:defRPr sz="1000" b="1">
                <a:solidFill>
                  <a:srgbClr val="0F172A"/>
                </a:solidFill>
                <a:latin typeface="Malgun Gothic"/>
              </a:defRPr>
            </a:pPr>
            <a:endParaRPr lang="en-US" sz="1200" dirty="0" smtClean="0"/>
          </a:p>
          <a:p>
            <a:pPr>
              <a:spcAft>
                <a:spcPts val="81"/>
              </a:spcAft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rPr sz="1200" dirty="0" err="1" smtClean="0"/>
              <a:t>위성</a:t>
            </a:r>
            <a:r>
              <a:rPr sz="1200" dirty="0" err="1"/>
              <a:t>·신호</a:t>
            </a:r>
            <a:r>
              <a:rPr sz="1200" dirty="0"/>
              <a:t> </a:t>
            </a:r>
            <a:r>
              <a:rPr sz="1200" dirty="0" err="1"/>
              <a:t>식별</a:t>
            </a:r>
            <a:r>
              <a:rPr sz="1200" dirty="0"/>
              <a:t> (GPS · G04 · L1 C/A)</a:t>
            </a:r>
          </a:p>
          <a:p>
            <a:pPr>
              <a:spcAft>
                <a:spcPts val="81"/>
              </a:spcAft>
              <a:defRPr sz="1000" b="1">
                <a:solidFill>
                  <a:srgbClr val="0F172A"/>
                </a:solidFill>
                <a:latin typeface="Malgun Gothic"/>
              </a:defRPr>
            </a:pPr>
            <a:endParaRPr lang="en-US" sz="1200" dirty="0" smtClean="0"/>
          </a:p>
          <a:p>
            <a:pPr>
              <a:spcAft>
                <a:spcPts val="81"/>
              </a:spcAft>
              <a:defRPr sz="1000" b="1">
                <a:solidFill>
                  <a:srgbClr val="0F172A"/>
                </a:solidFill>
                <a:latin typeface="Malgun Gothic"/>
              </a:defRPr>
            </a:pPr>
            <a:endParaRPr lang="en-US" sz="1200" dirty="0" smtClean="0"/>
          </a:p>
          <a:p>
            <a:pPr>
              <a:spcAft>
                <a:spcPts val="81"/>
              </a:spcAft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rPr sz="1200" dirty="0" err="1" smtClean="0"/>
              <a:t>의사거리</a:t>
            </a:r>
            <a:r>
              <a:rPr sz="1200" dirty="0" smtClean="0"/>
              <a:t> </a:t>
            </a:r>
            <a:r>
              <a:rPr sz="1200" dirty="0" err="1"/>
              <a:t>계측</a:t>
            </a:r>
            <a:r>
              <a:rPr sz="1200" dirty="0"/>
              <a:t> (20,886,574.963 m)</a:t>
            </a:r>
          </a:p>
          <a:p>
            <a:pPr>
              <a:spcAft>
                <a:spcPts val="81"/>
              </a:spcAft>
              <a:defRPr sz="1000" b="1">
                <a:solidFill>
                  <a:srgbClr val="0F172A"/>
                </a:solidFill>
                <a:latin typeface="Malgun Gothic"/>
              </a:defRPr>
            </a:pPr>
            <a:endParaRPr lang="en-US" sz="1200" dirty="0" smtClean="0"/>
          </a:p>
          <a:p>
            <a:pPr>
              <a:spcAft>
                <a:spcPts val="81"/>
              </a:spcAft>
              <a:defRPr sz="1000" b="1">
                <a:solidFill>
                  <a:srgbClr val="0F172A"/>
                </a:solidFill>
                <a:latin typeface="Malgun Gothic"/>
              </a:defRPr>
            </a:pPr>
            <a:endParaRPr lang="en-US" sz="1200" dirty="0" smtClean="0"/>
          </a:p>
          <a:p>
            <a:pPr>
              <a:spcAft>
                <a:spcPts val="81"/>
              </a:spcAft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rPr sz="1200" dirty="0" err="1" smtClean="0"/>
              <a:t>반송파</a:t>
            </a:r>
            <a:r>
              <a:rPr sz="1200" dirty="0" smtClean="0"/>
              <a:t> </a:t>
            </a:r>
            <a:r>
              <a:rPr sz="1200" dirty="0" err="1"/>
              <a:t>도플러</a:t>
            </a:r>
            <a:r>
              <a:rPr sz="1200" dirty="0"/>
              <a:t> </a:t>
            </a:r>
            <a:r>
              <a:rPr sz="1200" dirty="0" err="1"/>
              <a:t>주파수</a:t>
            </a:r>
            <a:r>
              <a:rPr sz="1200" dirty="0"/>
              <a:t> </a:t>
            </a:r>
            <a:r>
              <a:rPr sz="1200" dirty="0" err="1"/>
              <a:t>편이</a:t>
            </a:r>
            <a:r>
              <a:rPr sz="1200" dirty="0"/>
              <a:t> (+3,712.078 Hz)</a:t>
            </a:r>
          </a:p>
          <a:p>
            <a:pPr>
              <a:spcAft>
                <a:spcPts val="81"/>
              </a:spcAft>
              <a:defRPr sz="1000" b="1">
                <a:solidFill>
                  <a:srgbClr val="0F172A"/>
                </a:solidFill>
                <a:latin typeface="Malgun Gothic"/>
              </a:defRPr>
            </a:pPr>
            <a:endParaRPr lang="en-US" sz="1200" dirty="0" smtClean="0"/>
          </a:p>
          <a:p>
            <a:pPr>
              <a:spcAft>
                <a:spcPts val="81"/>
              </a:spcAft>
              <a:defRPr sz="1000" b="1">
                <a:solidFill>
                  <a:srgbClr val="0F172A"/>
                </a:solidFill>
                <a:latin typeface="Malgun Gothic"/>
              </a:defRPr>
            </a:pPr>
            <a:endParaRPr lang="en-US" sz="1200" dirty="0" smtClean="0"/>
          </a:p>
          <a:p>
            <a:pPr>
              <a:spcAft>
                <a:spcPts val="81"/>
              </a:spcAft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rPr sz="1200" dirty="0" err="1" smtClean="0"/>
              <a:t>신호</a:t>
            </a:r>
            <a:r>
              <a:rPr sz="1200" dirty="0" smtClean="0"/>
              <a:t> </a:t>
            </a:r>
            <a:r>
              <a:rPr sz="1200" dirty="0" err="1"/>
              <a:t>품질</a:t>
            </a:r>
            <a:r>
              <a:rPr sz="1200" dirty="0"/>
              <a:t> C/N0 (27 dB-Hz) &amp; </a:t>
            </a:r>
            <a:r>
              <a:rPr sz="1200" dirty="0" err="1"/>
              <a:t>유효성</a:t>
            </a:r>
            <a:r>
              <a:rPr sz="1200" dirty="0"/>
              <a:t>(</a:t>
            </a:r>
            <a:r>
              <a:rPr sz="1200" dirty="0" err="1"/>
              <a:t>prValid</a:t>
            </a:r>
            <a:r>
              <a:rPr sz="1200" dirty="0"/>
              <a:t>=1)</a:t>
            </a:r>
          </a:p>
          <a:p>
            <a:pPr>
              <a:spcAft>
                <a:spcPts val="81"/>
              </a:spcAft>
              <a:defRPr sz="1000" b="1">
                <a:solidFill>
                  <a:srgbClr val="0F172A"/>
                </a:solidFill>
                <a:latin typeface="Malgun Gothic"/>
              </a:defRPr>
            </a:pPr>
            <a:endParaRPr lang="en-US" sz="1200" dirty="0" smtClean="0"/>
          </a:p>
          <a:p>
            <a:pPr>
              <a:spcAft>
                <a:spcPts val="81"/>
              </a:spcAft>
              <a:defRPr sz="1000" b="1">
                <a:solidFill>
                  <a:srgbClr val="0F172A"/>
                </a:solidFill>
                <a:latin typeface="Malgun Gothic"/>
              </a:defRPr>
            </a:pPr>
            <a:endParaRPr lang="en-US" sz="1200" dirty="0" smtClean="0"/>
          </a:p>
          <a:p>
            <a:pPr>
              <a:spcAft>
                <a:spcPts val="81"/>
              </a:spcAft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rPr sz="1200" dirty="0" err="1" smtClean="0"/>
              <a:t>반송파</a:t>
            </a:r>
            <a:r>
              <a:rPr sz="1200" dirty="0" smtClean="0"/>
              <a:t> </a:t>
            </a:r>
            <a:r>
              <a:rPr sz="1200" dirty="0" err="1"/>
              <a:t>위상</a:t>
            </a:r>
            <a:r>
              <a:rPr sz="1200" dirty="0"/>
              <a:t> 및 </a:t>
            </a:r>
            <a:r>
              <a:rPr sz="1200" dirty="0" err="1"/>
              <a:t>추적</a:t>
            </a:r>
            <a:r>
              <a:rPr sz="1200" dirty="0"/>
              <a:t> </a:t>
            </a:r>
            <a:r>
              <a:rPr sz="1200" dirty="0" err="1"/>
              <a:t>시간</a:t>
            </a:r>
            <a:r>
              <a:rPr sz="1200" dirty="0"/>
              <a:t> (109.7M </a:t>
            </a:r>
            <a:r>
              <a:rPr sz="1200" dirty="0" err="1"/>
              <a:t>cyc</a:t>
            </a:r>
            <a:r>
              <a:rPr sz="1200" dirty="0"/>
              <a:t>, 52.520 s</a:t>
            </a:r>
            <a:r>
              <a:rPr sz="1200" dirty="0" smtClean="0"/>
              <a:t>)</a:t>
            </a:r>
            <a:endParaRPr lang="en-US" sz="1200" dirty="0" smtClean="0"/>
          </a:p>
        </p:txBody>
      </p:sp>
      <p:sp>
        <p:nvSpPr>
          <p:cNvPr id="7" name="Rounded Rectangle 6"/>
          <p:cNvSpPr/>
          <p:nvPr/>
        </p:nvSpPr>
        <p:spPr>
          <a:xfrm>
            <a:off x="5052060" y="1196752"/>
            <a:ext cx="4365436" cy="459219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63"/>
          </a:p>
        </p:txBody>
      </p:sp>
      <p:sp>
        <p:nvSpPr>
          <p:cNvPr id="8" name="TextBox 7"/>
          <p:cNvSpPr txBox="1"/>
          <p:nvPr/>
        </p:nvSpPr>
        <p:spPr>
          <a:xfrm>
            <a:off x="5229432" y="1396462"/>
            <a:ext cx="4044048" cy="4234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 b="1">
                <a:solidFill>
                  <a:srgbClr val="0D9488"/>
                </a:solidFill>
                <a:latin typeface="Malgun Gothic"/>
              </a:defRPr>
            </a:pPr>
            <a:r>
              <a:rPr sz="1500" dirty="0"/>
              <a:t>2. UBX-RXM-SFRBX </a:t>
            </a:r>
            <a:r>
              <a:rPr sz="1500" dirty="0" smtClean="0"/>
              <a:t>(</a:t>
            </a:r>
            <a:r>
              <a:rPr sz="1500" dirty="0" err="1" smtClean="0"/>
              <a:t>항법</a:t>
            </a:r>
            <a:r>
              <a:rPr sz="1500" dirty="0" smtClean="0"/>
              <a:t> </a:t>
            </a:r>
            <a:r>
              <a:rPr sz="1500" dirty="0" err="1"/>
              <a:t>메시지</a:t>
            </a:r>
            <a:r>
              <a:rPr sz="1500" dirty="0"/>
              <a:t>)</a:t>
            </a:r>
          </a:p>
          <a:p>
            <a:pPr>
              <a:spcAft>
                <a:spcPts val="81"/>
              </a:spcAft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rPr sz="1000" dirty="0" err="1"/>
              <a:t>메시지</a:t>
            </a:r>
            <a:r>
              <a:rPr sz="1000" dirty="0"/>
              <a:t> </a:t>
            </a:r>
            <a:r>
              <a:rPr sz="1000" dirty="0" err="1"/>
              <a:t>단위</a:t>
            </a:r>
            <a:r>
              <a:rPr sz="1000" dirty="0"/>
              <a:t> </a:t>
            </a:r>
            <a:r>
              <a:rPr sz="1000" dirty="0" err="1"/>
              <a:t>구조</a:t>
            </a:r>
            <a:r>
              <a:rPr sz="1000" dirty="0"/>
              <a:t> (</a:t>
            </a:r>
            <a:r>
              <a:rPr sz="1000" dirty="0" err="1"/>
              <a:t>서브프레임당</a:t>
            </a:r>
            <a:r>
              <a:rPr sz="1000" dirty="0"/>
              <a:t> 10 Words, 40 Bytes)</a:t>
            </a:r>
          </a:p>
          <a:p>
            <a:pPr>
              <a:spcAft>
                <a:spcPts val="81"/>
              </a:spcAft>
              <a:defRPr sz="1000" b="1">
                <a:solidFill>
                  <a:srgbClr val="0F172A"/>
                </a:solidFill>
                <a:latin typeface="Malgun Gothic"/>
              </a:defRPr>
            </a:pPr>
            <a:endParaRPr lang="en-US" sz="1000" dirty="0" smtClean="0"/>
          </a:p>
          <a:p>
            <a:pPr>
              <a:spcAft>
                <a:spcPts val="81"/>
              </a:spcAft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rPr sz="1200" dirty="0" smtClean="0"/>
              <a:t>SF1 </a:t>
            </a:r>
            <a:r>
              <a:rPr sz="1200" dirty="0"/>
              <a:t>(</a:t>
            </a:r>
            <a:r>
              <a:rPr sz="1200" dirty="0" err="1"/>
              <a:t>Subframe</a:t>
            </a:r>
            <a:r>
              <a:rPr sz="1200" dirty="0"/>
              <a:t> 1) - </a:t>
            </a:r>
            <a:r>
              <a:rPr sz="1200" dirty="0" err="1"/>
              <a:t>시계</a:t>
            </a:r>
            <a:r>
              <a:rPr sz="1200" dirty="0"/>
              <a:t> </a:t>
            </a:r>
            <a:r>
              <a:rPr sz="1200" dirty="0" err="1"/>
              <a:t>보정</a:t>
            </a:r>
            <a:r>
              <a:rPr sz="1200" dirty="0"/>
              <a:t> 및 </a:t>
            </a:r>
            <a:r>
              <a:rPr sz="1200" dirty="0" err="1"/>
              <a:t>건전성</a:t>
            </a:r>
            <a:endParaRPr sz="1200" dirty="0"/>
          </a:p>
          <a:p>
            <a:pPr>
              <a:spcAft>
                <a:spcPts val="488"/>
              </a:spcAft>
              <a:defRPr sz="900">
                <a:solidFill>
                  <a:srgbClr val="64748B"/>
                </a:solidFill>
                <a:latin typeface="Malgun Gothic"/>
              </a:defRPr>
            </a:pPr>
            <a:r>
              <a:rPr sz="1000" dirty="0"/>
              <a:t>• </a:t>
            </a:r>
            <a:r>
              <a:rPr sz="1000" dirty="0" err="1"/>
              <a:t>원자시계</a:t>
            </a:r>
            <a:r>
              <a:rPr sz="1000" dirty="0"/>
              <a:t> </a:t>
            </a:r>
            <a:r>
              <a:rPr sz="1000" dirty="0" err="1"/>
              <a:t>보정</a:t>
            </a:r>
            <a:r>
              <a:rPr sz="1000" dirty="0"/>
              <a:t> </a:t>
            </a:r>
            <a:r>
              <a:rPr sz="1000" dirty="0" err="1"/>
              <a:t>계수</a:t>
            </a:r>
            <a:r>
              <a:rPr sz="1000" dirty="0"/>
              <a:t>(af0, af1, af2), </a:t>
            </a:r>
            <a:r>
              <a:rPr sz="1000" dirty="0" err="1"/>
              <a:t>위성</a:t>
            </a:r>
            <a:r>
              <a:rPr sz="1000" dirty="0"/>
              <a:t> </a:t>
            </a:r>
            <a:r>
              <a:rPr sz="1000" dirty="0" err="1"/>
              <a:t>상태</a:t>
            </a:r>
            <a:r>
              <a:rPr sz="1000" dirty="0"/>
              <a:t>(Health), IODC</a:t>
            </a:r>
            <a:br>
              <a:rPr sz="1000" dirty="0"/>
            </a:br>
            <a:r>
              <a:rPr sz="1000" dirty="0"/>
              <a:t>• L1/L2 </a:t>
            </a:r>
            <a:r>
              <a:rPr sz="1000" dirty="0" err="1"/>
              <a:t>하드웨어</a:t>
            </a:r>
            <a:r>
              <a:rPr sz="1000" dirty="0"/>
              <a:t> </a:t>
            </a:r>
            <a:r>
              <a:rPr sz="1000" dirty="0" err="1"/>
              <a:t>전송</a:t>
            </a:r>
            <a:r>
              <a:rPr sz="1000" dirty="0"/>
              <a:t> </a:t>
            </a:r>
            <a:r>
              <a:rPr sz="1000" dirty="0" err="1"/>
              <a:t>군지연차</a:t>
            </a:r>
            <a:r>
              <a:rPr sz="1000" dirty="0"/>
              <a:t>(TGD, Group Delay</a:t>
            </a:r>
            <a:r>
              <a:rPr sz="1000" dirty="0" smtClean="0"/>
              <a:t>)</a:t>
            </a:r>
            <a:endParaRPr lang="en-US" sz="1000" dirty="0" smtClean="0"/>
          </a:p>
          <a:p>
            <a:pPr>
              <a:spcAft>
                <a:spcPts val="488"/>
              </a:spcAft>
              <a:defRPr sz="900">
                <a:solidFill>
                  <a:srgbClr val="64748B"/>
                </a:solidFill>
                <a:latin typeface="Malgun Gothic"/>
              </a:defRPr>
            </a:pPr>
            <a:endParaRPr sz="1000" dirty="0"/>
          </a:p>
          <a:p>
            <a:pPr>
              <a:spcAft>
                <a:spcPts val="81"/>
              </a:spcAft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rPr sz="1200" dirty="0"/>
              <a:t>SF2 (</a:t>
            </a:r>
            <a:r>
              <a:rPr sz="1200" dirty="0" err="1"/>
              <a:t>Subframe</a:t>
            </a:r>
            <a:r>
              <a:rPr sz="1200" dirty="0"/>
              <a:t> 2) - </a:t>
            </a:r>
            <a:r>
              <a:rPr sz="1200" dirty="0" err="1"/>
              <a:t>궤도력</a:t>
            </a:r>
            <a:r>
              <a:rPr sz="1200" dirty="0"/>
              <a:t> </a:t>
            </a:r>
            <a:r>
              <a:rPr sz="1200" dirty="0" err="1"/>
              <a:t>상반부</a:t>
            </a:r>
            <a:r>
              <a:rPr sz="1200" dirty="0"/>
              <a:t> 및 </a:t>
            </a:r>
            <a:r>
              <a:rPr sz="1200" dirty="0" err="1"/>
              <a:t>조화</a:t>
            </a:r>
            <a:r>
              <a:rPr sz="1200" dirty="0"/>
              <a:t> </a:t>
            </a:r>
            <a:r>
              <a:rPr sz="1200" dirty="0" err="1"/>
              <a:t>섭동</a:t>
            </a:r>
            <a:endParaRPr sz="1200" dirty="0"/>
          </a:p>
          <a:p>
            <a:pPr>
              <a:spcAft>
                <a:spcPts val="488"/>
              </a:spcAft>
              <a:defRPr sz="900">
                <a:solidFill>
                  <a:srgbClr val="64748B"/>
                </a:solidFill>
                <a:latin typeface="Malgun Gothic"/>
              </a:defRPr>
            </a:pPr>
            <a:r>
              <a:rPr sz="1000" dirty="0"/>
              <a:t>• </a:t>
            </a:r>
            <a:r>
              <a:rPr sz="1000" dirty="0" err="1"/>
              <a:t>궤도</a:t>
            </a:r>
            <a:r>
              <a:rPr sz="1000" dirty="0"/>
              <a:t> </a:t>
            </a:r>
            <a:r>
              <a:rPr sz="1000" dirty="0" err="1"/>
              <a:t>기준시</a:t>
            </a:r>
            <a:r>
              <a:rPr sz="1000" dirty="0"/>
              <a:t>(toe), </a:t>
            </a:r>
            <a:r>
              <a:rPr sz="1000" dirty="0" err="1"/>
              <a:t>궤도</a:t>
            </a:r>
            <a:r>
              <a:rPr sz="1000" dirty="0"/>
              <a:t> </a:t>
            </a:r>
            <a:r>
              <a:rPr sz="1000" dirty="0" err="1"/>
              <a:t>크기</a:t>
            </a:r>
            <a:r>
              <a:rPr sz="1000" dirty="0"/>
              <a:t>(√a), </a:t>
            </a:r>
            <a:r>
              <a:rPr sz="1000" dirty="0" err="1"/>
              <a:t>형상</a:t>
            </a:r>
            <a:r>
              <a:rPr sz="1000" dirty="0"/>
              <a:t>(e), </a:t>
            </a:r>
            <a:r>
              <a:rPr sz="1000" dirty="0" err="1"/>
              <a:t>평균근점각</a:t>
            </a:r>
            <a:r>
              <a:rPr sz="1000" dirty="0"/>
              <a:t>(M0)</a:t>
            </a:r>
            <a:br>
              <a:rPr sz="1000" dirty="0"/>
            </a:br>
            <a:r>
              <a:rPr sz="1000" dirty="0"/>
              <a:t>• </a:t>
            </a:r>
            <a:r>
              <a:rPr sz="1000" dirty="0" err="1"/>
              <a:t>궤도</a:t>
            </a:r>
            <a:r>
              <a:rPr sz="1000" dirty="0"/>
              <a:t> </a:t>
            </a:r>
            <a:r>
              <a:rPr sz="1000" dirty="0" err="1"/>
              <a:t>반경</a:t>
            </a:r>
            <a:r>
              <a:rPr sz="1000" dirty="0"/>
              <a:t>/</a:t>
            </a:r>
            <a:r>
              <a:rPr sz="1000" dirty="0" err="1"/>
              <a:t>위도</a:t>
            </a:r>
            <a:r>
              <a:rPr sz="1000" dirty="0"/>
              <a:t> </a:t>
            </a:r>
            <a:r>
              <a:rPr sz="1000" dirty="0" err="1"/>
              <a:t>조화</a:t>
            </a:r>
            <a:r>
              <a:rPr sz="1000" dirty="0"/>
              <a:t> </a:t>
            </a:r>
            <a:r>
              <a:rPr sz="1000" dirty="0" err="1"/>
              <a:t>섭동</a:t>
            </a:r>
            <a:r>
              <a:rPr sz="1000" dirty="0"/>
              <a:t>(</a:t>
            </a:r>
            <a:r>
              <a:rPr sz="1000" dirty="0" err="1"/>
              <a:t>Crs</a:t>
            </a:r>
            <a:r>
              <a:rPr sz="1000" dirty="0"/>
              <a:t>, </a:t>
            </a:r>
            <a:r>
              <a:rPr sz="1000" dirty="0" err="1"/>
              <a:t>Cuc</a:t>
            </a:r>
            <a:r>
              <a:rPr sz="1000" dirty="0"/>
              <a:t>, </a:t>
            </a:r>
            <a:r>
              <a:rPr sz="1000" dirty="0" err="1"/>
              <a:t>Cus</a:t>
            </a:r>
            <a:r>
              <a:rPr sz="1000" dirty="0"/>
              <a:t>) 및 </a:t>
            </a:r>
            <a:r>
              <a:rPr sz="1000" dirty="0" err="1"/>
              <a:t>평균운동량</a:t>
            </a:r>
            <a:r>
              <a:rPr sz="1000" dirty="0"/>
              <a:t> </a:t>
            </a:r>
            <a:r>
              <a:rPr sz="1000" dirty="0" err="1"/>
              <a:t>보정</a:t>
            </a:r>
            <a:r>
              <a:rPr sz="1000" dirty="0"/>
              <a:t>(</a:t>
            </a:r>
            <a:r>
              <a:rPr sz="1000" dirty="0" err="1"/>
              <a:t>Δn</a:t>
            </a:r>
            <a:r>
              <a:rPr sz="1000" dirty="0" smtClean="0"/>
              <a:t>)</a:t>
            </a:r>
            <a:endParaRPr lang="en-US" sz="1000" dirty="0" smtClean="0"/>
          </a:p>
          <a:p>
            <a:pPr>
              <a:spcAft>
                <a:spcPts val="488"/>
              </a:spcAft>
              <a:defRPr sz="900">
                <a:solidFill>
                  <a:srgbClr val="64748B"/>
                </a:solidFill>
                <a:latin typeface="Malgun Gothic"/>
              </a:defRPr>
            </a:pPr>
            <a:endParaRPr sz="1000" dirty="0"/>
          </a:p>
          <a:p>
            <a:pPr>
              <a:spcAft>
                <a:spcPts val="81"/>
              </a:spcAft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rPr sz="1200" dirty="0"/>
              <a:t>SF3 (</a:t>
            </a:r>
            <a:r>
              <a:rPr sz="1200" dirty="0" err="1"/>
              <a:t>Subframe</a:t>
            </a:r>
            <a:r>
              <a:rPr sz="1200" dirty="0"/>
              <a:t> 3) - </a:t>
            </a:r>
            <a:r>
              <a:rPr sz="1200" dirty="0" err="1"/>
              <a:t>궤도력</a:t>
            </a:r>
            <a:r>
              <a:rPr sz="1200" dirty="0"/>
              <a:t> </a:t>
            </a:r>
            <a:r>
              <a:rPr sz="1200" dirty="0" err="1"/>
              <a:t>하반부</a:t>
            </a:r>
            <a:r>
              <a:rPr sz="1200" dirty="0"/>
              <a:t> 및 </a:t>
            </a:r>
            <a:r>
              <a:rPr sz="1200" dirty="0" err="1"/>
              <a:t>궤도</a:t>
            </a:r>
            <a:r>
              <a:rPr sz="1200" dirty="0"/>
              <a:t> </a:t>
            </a:r>
            <a:r>
              <a:rPr sz="1200" dirty="0" err="1"/>
              <a:t>변화율</a:t>
            </a:r>
            <a:endParaRPr sz="1200" dirty="0"/>
          </a:p>
          <a:p>
            <a:pPr>
              <a:spcAft>
                <a:spcPts val="488"/>
              </a:spcAft>
              <a:defRPr sz="900">
                <a:solidFill>
                  <a:srgbClr val="64748B"/>
                </a:solidFill>
                <a:latin typeface="Malgun Gothic"/>
              </a:defRPr>
            </a:pPr>
            <a:r>
              <a:rPr sz="1000" dirty="0"/>
              <a:t>• </a:t>
            </a:r>
            <a:r>
              <a:rPr sz="1000" dirty="0" err="1"/>
              <a:t>궤도면</a:t>
            </a:r>
            <a:r>
              <a:rPr sz="1000" dirty="0"/>
              <a:t> </a:t>
            </a:r>
            <a:r>
              <a:rPr sz="1000" dirty="0" err="1"/>
              <a:t>경사각</a:t>
            </a:r>
            <a:r>
              <a:rPr sz="1000" dirty="0"/>
              <a:t>(i0), </a:t>
            </a:r>
            <a:r>
              <a:rPr sz="1000" dirty="0" err="1"/>
              <a:t>승교점</a:t>
            </a:r>
            <a:r>
              <a:rPr sz="1000" dirty="0"/>
              <a:t> </a:t>
            </a:r>
            <a:r>
              <a:rPr sz="1000" dirty="0" err="1"/>
              <a:t>적경</a:t>
            </a:r>
            <a:r>
              <a:rPr sz="1000" dirty="0"/>
              <a:t>(Ω0), </a:t>
            </a:r>
            <a:r>
              <a:rPr sz="1000" dirty="0" err="1"/>
              <a:t>근지점</a:t>
            </a:r>
            <a:r>
              <a:rPr sz="1000" dirty="0"/>
              <a:t> </a:t>
            </a:r>
            <a:r>
              <a:rPr sz="1000" dirty="0" err="1"/>
              <a:t>인수</a:t>
            </a:r>
            <a:r>
              <a:rPr sz="1000" dirty="0"/>
              <a:t>(ω)</a:t>
            </a:r>
            <a:br>
              <a:rPr sz="1000" dirty="0"/>
            </a:br>
            <a:r>
              <a:rPr sz="1000" dirty="0"/>
              <a:t>• </a:t>
            </a:r>
            <a:r>
              <a:rPr sz="1000" dirty="0" err="1"/>
              <a:t>경사각</a:t>
            </a:r>
            <a:r>
              <a:rPr sz="1000" dirty="0"/>
              <a:t>/</a:t>
            </a:r>
            <a:r>
              <a:rPr sz="1000" dirty="0" err="1"/>
              <a:t>반경</a:t>
            </a:r>
            <a:r>
              <a:rPr sz="1000" dirty="0"/>
              <a:t> </a:t>
            </a:r>
            <a:r>
              <a:rPr sz="1000" dirty="0" err="1"/>
              <a:t>조화</a:t>
            </a:r>
            <a:r>
              <a:rPr sz="1000" dirty="0"/>
              <a:t> </a:t>
            </a:r>
            <a:r>
              <a:rPr sz="1000" dirty="0" err="1"/>
              <a:t>섭동</a:t>
            </a:r>
            <a:r>
              <a:rPr sz="1000" dirty="0"/>
              <a:t>(</a:t>
            </a:r>
            <a:r>
              <a:rPr sz="1000" dirty="0" err="1"/>
              <a:t>Cic</a:t>
            </a:r>
            <a:r>
              <a:rPr sz="1000" dirty="0"/>
              <a:t>, Cis, </a:t>
            </a:r>
            <a:r>
              <a:rPr sz="1000" dirty="0" err="1"/>
              <a:t>Crc</a:t>
            </a:r>
            <a:r>
              <a:rPr sz="1000" dirty="0"/>
              <a:t>), </a:t>
            </a:r>
            <a:r>
              <a:rPr sz="1000" dirty="0" err="1"/>
              <a:t>세차율</a:t>
            </a:r>
            <a:r>
              <a:rPr sz="1000" dirty="0"/>
              <a:t>(</a:t>
            </a:r>
            <a:r>
              <a:rPr sz="1000" dirty="0" err="1"/>
              <a:t>Ω_dot</a:t>
            </a:r>
            <a:r>
              <a:rPr sz="1000" dirty="0"/>
              <a:t>), </a:t>
            </a:r>
            <a:r>
              <a:rPr sz="1000" dirty="0" err="1"/>
              <a:t>경사각변화율</a:t>
            </a:r>
            <a:r>
              <a:rPr sz="1000" dirty="0"/>
              <a:t>(IDOT</a:t>
            </a:r>
            <a:r>
              <a:rPr sz="1000" dirty="0" smtClean="0"/>
              <a:t>)</a:t>
            </a:r>
            <a:endParaRPr lang="en-US" sz="1000" dirty="0" smtClean="0"/>
          </a:p>
          <a:p>
            <a:pPr>
              <a:spcAft>
                <a:spcPts val="488"/>
              </a:spcAft>
              <a:defRPr sz="900">
                <a:solidFill>
                  <a:srgbClr val="64748B"/>
                </a:solidFill>
                <a:latin typeface="Malgun Gothic"/>
              </a:defRPr>
            </a:pPr>
            <a:endParaRPr sz="1000" dirty="0"/>
          </a:p>
          <a:p>
            <a:pPr>
              <a:spcAft>
                <a:spcPts val="81"/>
              </a:spcAft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rPr sz="1200" dirty="0"/>
              <a:t>SF4 (</a:t>
            </a:r>
            <a:r>
              <a:rPr sz="1200" dirty="0" err="1"/>
              <a:t>Subframe</a:t>
            </a:r>
            <a:r>
              <a:rPr sz="1200" dirty="0"/>
              <a:t> 4, </a:t>
            </a:r>
            <a:r>
              <a:rPr sz="1200" dirty="0" smtClean="0"/>
              <a:t>Page) </a:t>
            </a:r>
            <a:r>
              <a:rPr sz="1200" dirty="0"/>
              <a:t>- </a:t>
            </a:r>
            <a:r>
              <a:rPr sz="1200" dirty="0" err="1"/>
              <a:t>대기권</a:t>
            </a:r>
            <a:r>
              <a:rPr sz="1200" dirty="0"/>
              <a:t> </a:t>
            </a:r>
            <a:r>
              <a:rPr sz="1200" dirty="0" err="1" smtClean="0"/>
              <a:t>보정</a:t>
            </a:r>
            <a:r>
              <a:rPr lang="en-US" sz="1200" dirty="0" smtClean="0"/>
              <a:t>(</a:t>
            </a:r>
            <a:r>
              <a:rPr lang="ko-KR" altLang="en-US" sz="1200" dirty="0" smtClean="0"/>
              <a:t>공통</a:t>
            </a:r>
            <a:r>
              <a:rPr lang="en-US" sz="1200" dirty="0" smtClean="0"/>
              <a:t>)</a:t>
            </a:r>
            <a:endParaRPr sz="1200" dirty="0"/>
          </a:p>
          <a:p>
            <a:pPr>
              <a:spcAft>
                <a:spcPts val="488"/>
              </a:spcAft>
              <a:defRPr sz="900">
                <a:solidFill>
                  <a:srgbClr val="64748B"/>
                </a:solidFill>
                <a:latin typeface="Malgun Gothic"/>
              </a:defRPr>
            </a:pPr>
            <a:r>
              <a:rPr sz="1000" dirty="0"/>
              <a:t>• Klobuchar </a:t>
            </a:r>
            <a:r>
              <a:rPr sz="1000" dirty="0" err="1"/>
              <a:t>전리층</a:t>
            </a:r>
            <a:r>
              <a:rPr sz="1000" dirty="0"/>
              <a:t> </a:t>
            </a:r>
            <a:r>
              <a:rPr sz="1000" dirty="0" err="1"/>
              <a:t>모델</a:t>
            </a:r>
            <a:r>
              <a:rPr sz="1000" dirty="0"/>
              <a:t> </a:t>
            </a:r>
            <a:r>
              <a:rPr sz="1000" dirty="0" err="1"/>
              <a:t>계수</a:t>
            </a:r>
            <a:r>
              <a:rPr sz="1000" dirty="0"/>
              <a:t> (Alpha 4개, Beta 4개 </a:t>
            </a:r>
            <a:r>
              <a:rPr sz="1000" dirty="0" err="1"/>
              <a:t>파라미터</a:t>
            </a:r>
            <a:r>
              <a:rPr sz="1000" dirty="0" smtClean="0"/>
              <a:t>)</a:t>
            </a:r>
            <a:endParaRPr lang="en-US" sz="1000" dirty="0" smtClean="0"/>
          </a:p>
          <a:p>
            <a:pPr>
              <a:spcAft>
                <a:spcPts val="488"/>
              </a:spcAft>
              <a:defRPr sz="900">
                <a:solidFill>
                  <a:srgbClr val="64748B"/>
                </a:solidFill>
                <a:latin typeface="Malgun Gothic"/>
              </a:defRPr>
            </a:pPr>
            <a:endParaRPr lang="en-US" sz="1000" dirty="0"/>
          </a:p>
          <a:p>
            <a:pPr>
              <a:spcAft>
                <a:spcPts val="81"/>
              </a:spcAft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rPr lang="en-US" altLang="ko-KR" sz="1200" dirty="0" smtClean="0"/>
              <a:t>SF5 </a:t>
            </a:r>
            <a:r>
              <a:rPr lang="en-US" altLang="ko-KR" sz="1200" dirty="0"/>
              <a:t>(</a:t>
            </a:r>
            <a:r>
              <a:rPr lang="en-US" altLang="ko-KR" sz="1200" dirty="0" err="1"/>
              <a:t>Subframe</a:t>
            </a:r>
            <a:r>
              <a:rPr lang="en-US" altLang="ko-KR" sz="1200" dirty="0"/>
              <a:t> </a:t>
            </a:r>
            <a:r>
              <a:rPr lang="en-US" altLang="ko-KR" sz="1200" dirty="0" smtClean="0"/>
              <a:t>5, Page) – </a:t>
            </a:r>
            <a:r>
              <a:rPr lang="ko-KR" altLang="en-US" sz="1200" dirty="0" err="1" smtClean="0"/>
              <a:t>위성군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Almanac(</a:t>
            </a:r>
            <a:r>
              <a:rPr lang="ko-KR" altLang="en-US" sz="1200" dirty="0" smtClean="0"/>
              <a:t>공통</a:t>
            </a:r>
            <a:r>
              <a:rPr lang="en-US" altLang="ko-KR" sz="1200" dirty="0" smtClean="0"/>
              <a:t>)</a:t>
            </a:r>
            <a:endParaRPr lang="ko-KR" altLang="en-US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1496616" y="88821"/>
            <a:ext cx="6768752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rPr lang="en-US" altLang="ko-KR" sz="2400" dirty="0" smtClean="0">
                <a:solidFill>
                  <a:srgbClr val="2D7CC2"/>
                </a:solidFill>
              </a:rPr>
              <a:t>GNSS </a:t>
            </a:r>
            <a:r>
              <a:rPr lang="ko-KR" altLang="en-US" sz="2400" dirty="0" smtClean="0">
                <a:solidFill>
                  <a:srgbClr val="2D7CC2"/>
                </a:solidFill>
              </a:rPr>
              <a:t>원시 데이터</a:t>
            </a:r>
            <a:endParaRPr lang="ko-KR" altLang="en-US" sz="2400" dirty="0">
              <a:solidFill>
                <a:srgbClr val="2D7CC2"/>
              </a:solidFill>
            </a:endParaRPr>
          </a:p>
        </p:txBody>
      </p:sp>
      <p:sp>
        <p:nvSpPr>
          <p:cNvPr id="10" name="Text 1"/>
          <p:cNvSpPr/>
          <p:nvPr/>
        </p:nvSpPr>
        <p:spPr>
          <a:xfrm>
            <a:off x="502096" y="6165304"/>
            <a:ext cx="8915400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 smtClean="0">
                <a:solidFill>
                  <a:srgbClr val="FF0000"/>
                </a:solidFill>
              </a:rPr>
              <a:t>SF1~5</a:t>
            </a:r>
            <a:r>
              <a:rPr lang="ko-KR" altLang="en-US" sz="1000" dirty="0" smtClean="0">
                <a:solidFill>
                  <a:srgbClr val="FF0000"/>
                </a:solidFill>
              </a:rPr>
              <a:t>는 </a:t>
            </a:r>
            <a:r>
              <a:rPr lang="en-US" altLang="ko-KR" sz="1000" dirty="0" smtClean="0">
                <a:solidFill>
                  <a:srgbClr val="FF0000"/>
                </a:solidFill>
              </a:rPr>
              <a:t>1970</a:t>
            </a:r>
            <a:r>
              <a:rPr lang="ko-KR" altLang="en-US" sz="1000" dirty="0" smtClean="0">
                <a:solidFill>
                  <a:srgbClr val="FF0000"/>
                </a:solidFill>
              </a:rPr>
              <a:t>년대</a:t>
            </a:r>
            <a:r>
              <a:rPr lang="en-US" altLang="ko-KR" sz="1000" dirty="0" smtClean="0">
                <a:solidFill>
                  <a:srgbClr val="FF0000"/>
                </a:solidFill>
              </a:rPr>
              <a:t>~ </a:t>
            </a:r>
            <a:r>
              <a:rPr lang="ko-KR" altLang="en-US" sz="1000" dirty="0" smtClean="0">
                <a:solidFill>
                  <a:srgbClr val="FF0000"/>
                </a:solidFill>
              </a:rPr>
              <a:t>사용중인</a:t>
            </a:r>
            <a:r>
              <a:rPr lang="en-US" altLang="ko-KR" sz="1000" dirty="0" smtClean="0">
                <a:solidFill>
                  <a:srgbClr val="FF0000"/>
                </a:solidFill>
              </a:rPr>
              <a:t> </a:t>
            </a:r>
            <a:r>
              <a:rPr lang="ko-KR" altLang="en-US" sz="1000" dirty="0" err="1" smtClean="0">
                <a:solidFill>
                  <a:srgbClr val="FF0000"/>
                </a:solidFill>
              </a:rPr>
              <a:t>지구용</a:t>
            </a:r>
            <a:r>
              <a:rPr lang="ko-KR" altLang="en-US" sz="1000" dirty="0" smtClean="0">
                <a:solidFill>
                  <a:srgbClr val="FF0000"/>
                </a:solidFill>
              </a:rPr>
              <a:t> </a:t>
            </a:r>
            <a:r>
              <a:rPr lang="en-US" altLang="ko-KR" sz="1000" dirty="0" smtClean="0">
                <a:solidFill>
                  <a:srgbClr val="FF0000"/>
                </a:solidFill>
              </a:rPr>
              <a:t>GPS</a:t>
            </a:r>
            <a:r>
              <a:rPr lang="ko-KR" altLang="en-US" sz="1000" dirty="0" smtClean="0">
                <a:solidFill>
                  <a:srgbClr val="FF0000"/>
                </a:solidFill>
              </a:rPr>
              <a:t>위성 항법 </a:t>
            </a:r>
            <a:r>
              <a:rPr lang="ko-KR" altLang="en-US" sz="1000" dirty="0" err="1" smtClean="0">
                <a:solidFill>
                  <a:srgbClr val="FF0000"/>
                </a:solidFill>
              </a:rPr>
              <a:t>메세지</a:t>
            </a:r>
            <a:r>
              <a:rPr lang="ko-KR" altLang="en-US" sz="1000" dirty="0" smtClean="0">
                <a:solidFill>
                  <a:srgbClr val="FF0000"/>
                </a:solidFill>
              </a:rPr>
              <a:t> 전달 체계이다</a:t>
            </a:r>
            <a:r>
              <a:rPr lang="en-US" altLang="ko-KR" sz="1000" dirty="0" smtClean="0">
                <a:solidFill>
                  <a:srgbClr val="FF0000"/>
                </a:solidFill>
              </a:rPr>
              <a:t>. (AFS Frame</a:t>
            </a:r>
            <a:r>
              <a:rPr lang="ko-KR" altLang="en-US" sz="1000" dirty="0">
                <a:solidFill>
                  <a:srgbClr val="FF0000"/>
                </a:solidFill>
              </a:rPr>
              <a:t>과 </a:t>
            </a:r>
            <a:r>
              <a:rPr lang="ko-KR" altLang="en-US" sz="1000" dirty="0" smtClean="0">
                <a:solidFill>
                  <a:srgbClr val="FF0000"/>
                </a:solidFill>
              </a:rPr>
              <a:t>다름</a:t>
            </a:r>
            <a:r>
              <a:rPr lang="en-US" altLang="ko-KR" sz="1000" dirty="0" smtClean="0">
                <a:solidFill>
                  <a:srgbClr val="FF0000"/>
                </a:solidFill>
              </a:rPr>
              <a:t>)</a:t>
            </a:r>
            <a:endParaRPr lang="en-US" sz="1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1211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720" y="692696"/>
            <a:ext cx="5194396" cy="56793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96616" y="88821"/>
            <a:ext cx="6768752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rPr lang="en-US" altLang="ko-KR" sz="2400" dirty="0" smtClean="0">
                <a:solidFill>
                  <a:srgbClr val="2D7CC2"/>
                </a:solidFill>
              </a:rPr>
              <a:t>AFS Frame(v5) </a:t>
            </a:r>
            <a:r>
              <a:rPr lang="ko-KR" altLang="en-US" sz="2400" dirty="0" smtClean="0">
                <a:solidFill>
                  <a:srgbClr val="2D7CC2"/>
                </a:solidFill>
              </a:rPr>
              <a:t>공식 규격</a:t>
            </a:r>
            <a:endParaRPr lang="en-US" altLang="ko-KR" sz="2400" dirty="0">
              <a:solidFill>
                <a:srgbClr val="2D7CC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741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1589691"/>
              </p:ext>
            </p:extLst>
          </p:nvPr>
        </p:nvGraphicFramePr>
        <p:xfrm>
          <a:off x="594360" y="1556793"/>
          <a:ext cx="8895143" cy="3528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4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2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95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502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80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421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sz="1500" dirty="0" err="1" smtClean="0"/>
                        <a:t>서브블록</a:t>
                      </a:r>
                      <a:endParaRPr sz="1500" dirty="0"/>
                    </a:p>
                  </a:txBody>
                  <a:tcPr marL="74295" marR="74295" marT="37148" marB="37148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sz="1500" dirty="0" smtClean="0"/>
                        <a:t>NASA </a:t>
                      </a:r>
                      <a:r>
                        <a:rPr sz="1500" dirty="0" err="1"/>
                        <a:t>공식</a:t>
                      </a:r>
                      <a:r>
                        <a:rPr sz="1500" dirty="0"/>
                        <a:t> </a:t>
                      </a:r>
                      <a:r>
                        <a:rPr sz="1500" dirty="0" err="1" smtClean="0"/>
                        <a:t>규격</a:t>
                      </a:r>
                      <a:endParaRPr lang="en-US" sz="1500" dirty="0" smtClean="0"/>
                    </a:p>
                    <a:p>
                      <a:pPr algn="ctr">
                        <a:lnSpc>
                          <a:spcPct val="100000"/>
                        </a:lnSpc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sz="1500" dirty="0" smtClean="0"/>
                        <a:t> </a:t>
                      </a:r>
                      <a:r>
                        <a:rPr sz="1500" dirty="0"/>
                        <a:t>(LSIS Vol-A)</a:t>
                      </a:r>
                    </a:p>
                  </a:txBody>
                  <a:tcPr marL="74295" marR="74295" marT="37148" marB="37148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sz="1500" dirty="0" err="1" smtClean="0"/>
                        <a:t>오픈소스</a:t>
                      </a:r>
                      <a:endParaRPr lang="en-US" sz="1500" dirty="0" smtClean="0"/>
                    </a:p>
                    <a:p>
                      <a:pPr algn="ctr">
                        <a:lnSpc>
                          <a:spcPct val="100000"/>
                        </a:lnSpc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sz="1500" dirty="0" smtClean="0"/>
                        <a:t>(</a:t>
                      </a:r>
                      <a:r>
                        <a:rPr sz="1500" dirty="0"/>
                        <a:t>LANS-AFS-SIM)</a:t>
                      </a:r>
                    </a:p>
                  </a:txBody>
                  <a:tcPr marL="74295" marR="74295" marT="37148" marB="37148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lang="ko-KR" altLang="en-US" sz="1500" dirty="0" smtClean="0"/>
                        <a:t>현재  프로젝트</a:t>
                      </a:r>
                      <a:endParaRPr sz="1500" dirty="0"/>
                    </a:p>
                  </a:txBody>
                  <a:tcPr marL="74295" marR="74295" marT="37148" marB="37148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lang="ko-KR" altLang="en-US" sz="1500" dirty="0" smtClean="0"/>
                        <a:t>일치 여부</a:t>
                      </a:r>
                      <a:endParaRPr sz="1500" dirty="0"/>
                    </a:p>
                  </a:txBody>
                  <a:tcPr marL="74295" marR="74295" marT="37148" marB="37148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52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rPr sz="1000" dirty="0"/>
                        <a:t>SB1 (52 </a:t>
                      </a:r>
                      <a:r>
                        <a:rPr sz="1000" dirty="0" smtClean="0"/>
                        <a:t>bits)</a:t>
                      </a:r>
                      <a:r>
                        <a:rPr sz="1000" dirty="0"/>
                        <a:t/>
                      </a:r>
                      <a:br>
                        <a:rPr sz="1000" dirty="0"/>
                      </a:br>
                      <a:r>
                        <a:rPr sz="1000" dirty="0" err="1"/>
                        <a:t>프레임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식별</a:t>
                      </a:r>
                      <a:endParaRPr sz="1000" dirty="0"/>
                    </a:p>
                  </a:txBody>
                  <a:tcPr marL="74295" marR="74295" marT="37148" marB="37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1000" dirty="0"/>
                        <a:t>• Frame ID (2b, FID=0, </a:t>
                      </a:r>
                      <a:r>
                        <a:rPr sz="1000" dirty="0" err="1"/>
                        <a:t>항법</a:t>
                      </a:r>
                      <a:r>
                        <a:rPr sz="1000" dirty="0"/>
                        <a:t>)</a:t>
                      </a:r>
                      <a:br>
                        <a:rPr sz="1000" dirty="0"/>
                      </a:br>
                      <a:r>
                        <a:rPr sz="1000" dirty="0"/>
                        <a:t>• Time of Interval (7b, TOI=0~99)</a:t>
                      </a:r>
                      <a:br>
                        <a:rPr sz="1000" dirty="0"/>
                      </a:br>
                      <a:r>
                        <a:rPr sz="1000" dirty="0"/>
                        <a:t>• </a:t>
                      </a:r>
                      <a:r>
                        <a:rPr sz="1000" dirty="0" err="1"/>
                        <a:t>패킷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순서</a:t>
                      </a:r>
                      <a:r>
                        <a:rPr sz="1000" dirty="0"/>
                        <a:t> 및 </a:t>
                      </a:r>
                      <a:r>
                        <a:rPr sz="1000" dirty="0" err="1"/>
                        <a:t>경계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검출</a:t>
                      </a:r>
                      <a:endParaRPr sz="1000" dirty="0"/>
                    </a:p>
                  </a:txBody>
                  <a:tcPr marL="74295" marR="74295" marT="37148" marB="37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1000"/>
                        <a:t>NASA 공식 규격과 동일</a:t>
                      </a:r>
                    </a:p>
                  </a:txBody>
                  <a:tcPr marL="74295" marR="74295" marT="37148" marB="37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1000"/>
                        <a:t>NASA 공식 규격과 동일</a:t>
                      </a:r>
                      <a:br>
                        <a:rPr sz="1000"/>
                      </a:br>
                      <a:r>
                        <a:rPr sz="1000"/>
                        <a:t>(FID 2b=0, TOI 7b=0~99 카운터)</a:t>
                      </a:r>
                    </a:p>
                  </a:txBody>
                  <a:tcPr marL="74295" marR="74295" marT="37148" marB="37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D9488"/>
                          </a:solidFill>
                          <a:latin typeface="Malgun Gothic"/>
                        </a:defRPr>
                      </a:pPr>
                      <a:r>
                        <a:rPr sz="1000" dirty="0" err="1" smtClean="0"/>
                        <a:t>일치</a:t>
                      </a:r>
                      <a:r>
                        <a:rPr sz="1000" dirty="0" smtClean="0"/>
                        <a:t>(</a:t>
                      </a:r>
                      <a:r>
                        <a:rPr sz="1000" dirty="0" err="1"/>
                        <a:t>표준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준수</a:t>
                      </a:r>
                      <a:r>
                        <a:rPr sz="1000" dirty="0"/>
                        <a:t>)</a:t>
                      </a:r>
                    </a:p>
                  </a:txBody>
                  <a:tcPr marL="74295" marR="74295" marT="37148" marB="3714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21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rPr sz="1000"/>
                        <a:t>SB2 (1,176 bits)</a:t>
                      </a:r>
                    </a:p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rPr sz="1000"/>
                        <a:t>통합 궤도·섭동·시계</a:t>
                      </a:r>
                    </a:p>
                  </a:txBody>
                  <a:tcPr marL="74295" marR="74295" marT="37148" marB="37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950"/>
                        <a:t>• MSG-G4(CED): 정밀 궤도력 + 섭동 보정 + 시계 전체</a:t>
                      </a:r>
                    </a:p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950"/>
                        <a:t>• MSG-G8(ToT): 송신 시각(WN·ITOW) 및 건전성 (1,176b)</a:t>
                      </a:r>
                    </a:p>
                  </a:txBody>
                  <a:tcPr marL="74295" marR="74295" marT="37148" marB="37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950"/>
                        <a:t>WN·ITOW(22b) + 기본 10개 요소(262b)만 부분 구현</a:t>
                      </a:r>
                    </a:p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950"/>
                        <a:t>나머지 892b(섭동 영역)는 0101 더미 패딩</a:t>
                      </a:r>
                    </a:p>
                  </a:txBody>
                  <a:tcPr marL="74295" marR="74295" marT="37148" marB="37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950" dirty="0" err="1"/>
                        <a:t>오픈소스 284b 보존 + 잔여 섭동·보충 517b 통합 탑재</a:t>
                      </a:r>
                    </a:p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950" dirty="0" err="1"/>
                        <a:t>→ 801/1,176b 사용 (375b 패딩, LNAV 720b 무손실 통합)</a:t>
                      </a:r>
                    </a:p>
                  </a:txBody>
                  <a:tcPr marL="74295" marR="74295" marT="37148" marB="37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D9488"/>
                          </a:solidFill>
                          <a:latin typeface="Malgun Gothic"/>
                        </a:defRPr>
                      </a:pPr>
                      <a:r>
                        <a:rPr sz="1000"/>
                        <a:t>완전 부합</a:t>
                      </a:r>
                    </a:p>
                    <a:p>
                      <a:pPr>
                        <a:defRPr sz="950" b="1">
                          <a:solidFill>
                            <a:srgbClr val="0D9488"/>
                          </a:solidFill>
                          <a:latin typeface="Malgun Gothic"/>
                        </a:defRPr>
                      </a:pPr>
                      <a:r>
                        <a:rPr sz="1000"/>
                        <a:t>(무손실 궤도 통합)</a:t>
                      </a:r>
                    </a:p>
                  </a:txBody>
                  <a:tcPr marL="74295" marR="74295" marT="37148" marB="37148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21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rPr sz="1000" dirty="0"/>
                        <a:t>SB3 (846 bits)</a:t>
                      </a:r>
                    </a:p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rPr sz="1000" dirty="0"/>
                        <a:t>알마낙·보충 항법</a:t>
                      </a:r>
                    </a:p>
                  </a:txBody>
                  <a:tcPr marL="74295" marR="74295" marT="37148" marB="37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950" dirty="0"/>
                        <a:t>• MSG-G5/G6: 위성군 전체 알마낙 (Almanac)</a:t>
                      </a:r>
                    </a:p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950" dirty="0"/>
                        <a:t>• 달-지구 시간·좌표 변환, 무결성 경보(Alert), SAR 응답</a:t>
                      </a:r>
                    </a:p>
                  </a:txBody>
                  <a:tcPr marL="74295" marR="74295" marT="37148" marB="37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1000"/>
                        <a:t>미구현</a:t>
                      </a:r>
                    </a:p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1000"/>
                        <a:t>(0101 더미 데이터)</a:t>
                      </a:r>
                    </a:p>
                  </a:txBody>
                  <a:tcPr marL="74295" marR="74295" marT="37148" marB="37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950" dirty="0"/>
                        <a:t>오픈소스와 동일 (846 bits 전체 0101 표준 패턴 패딩)</a:t>
                      </a:r>
                    </a:p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950" dirty="0"/>
                        <a:t>→ </a:t>
                      </a:r>
                      <a:r>
                        <a:rPr sz="950" dirty="0" err="1" smtClean="0"/>
                        <a:t>알마낙</a:t>
                      </a:r>
                      <a:r>
                        <a:rPr sz="950" dirty="0" smtClean="0"/>
                        <a:t> </a:t>
                      </a:r>
                      <a:r>
                        <a:rPr sz="950" dirty="0"/>
                        <a:t>슬롯은 패딩 유지</a:t>
                      </a:r>
                    </a:p>
                  </a:txBody>
                  <a:tcPr marL="74295" marR="74295" marT="37148" marB="37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rPr sz="1000" dirty="0" err="1"/>
                        <a:t>오픈소스 일치</a:t>
                      </a:r>
                    </a:p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rPr sz="1000" dirty="0" err="1"/>
                        <a:t>(0101 규격 패딩)</a:t>
                      </a:r>
                    </a:p>
                  </a:txBody>
                  <a:tcPr marL="74295" marR="74295" marT="37148" marB="3714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21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rPr sz="1000" dirty="0"/>
                        <a:t>SB4 (846 bits)</a:t>
                      </a:r>
                    </a:p>
                    <a:p>
                      <a:r>
                        <a:rPr sz="1000" dirty="0" err="1"/>
                        <a:t>시험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관측값</a:t>
                      </a:r>
                      <a:endParaRPr sz="1000" dirty="0"/>
                    </a:p>
                  </a:txBody>
                  <a:tcPr marL="74295" marR="74295" marT="37148" marB="37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950"/>
                        <a:t>• MSG-G1/G2/G3: 네트워크 접속·건전성·안테나 정보</a:t>
                      </a:r>
                    </a:p>
                    <a:p>
                      <a:r>
                        <a:rPr sz="950"/>
                        <a:t>• 달 조난 탐색구조(LunaSAR) 및 보조 서비스 방송</a:t>
                      </a:r>
                    </a:p>
                  </a:txBody>
                  <a:tcPr marL="74295" marR="74295" marT="37148" marB="37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1000"/>
                        <a:t>미구현</a:t>
                      </a:r>
                      <a:endParaRPr sz="1000" dirty="0"/>
                    </a:p>
                    <a:p>
                      <a:r>
                        <a:rPr sz="1000"/>
                        <a:t>(0101 더미 데이터)</a:t>
                      </a:r>
                    </a:p>
                  </a:txBody>
                  <a:tcPr marL="74295" marR="74295" marT="37148" marB="37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950"/>
                        <a:t>가상 송신시각(T*i) + 시작시각(S) + 도플러·C/N0·전리층</a:t>
                      </a:r>
                      <a:endParaRPr sz="1000" dirty="0"/>
                    </a:p>
                    <a:p>
                      <a:r>
                        <a:rPr sz="950"/>
                        <a:t>(지연시험 시 원본 의사거리 제외, DTN 지연 주입)</a:t>
                      </a:r>
                    </a:p>
                  </a:txBody>
                  <a:tcPr marL="74295" marR="74295" marT="37148" marB="37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rPr sz="1000" dirty="0" err="1"/>
                        <a:t>시험용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독자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확장</a:t>
                      </a:r>
                      <a:endParaRPr lang="en-US" sz="1000" dirty="0" smtClean="0"/>
                    </a:p>
                    <a:p>
                      <a:r>
                        <a:rPr sz="1000" dirty="0"/>
                        <a:t>(</a:t>
                      </a:r>
                      <a:r>
                        <a:rPr sz="1000" dirty="0" err="1"/>
                        <a:t>지상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시험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전용</a:t>
                      </a:r>
                      <a:r>
                        <a:rPr sz="1000" dirty="0"/>
                        <a:t>)</a:t>
                      </a:r>
                    </a:p>
                  </a:txBody>
                  <a:tcPr marL="74295" marR="74295" marT="37148" marB="37148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496616" y="88821"/>
            <a:ext cx="6768752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rPr lang="en-US" altLang="ko-KR" sz="2400" dirty="0" smtClean="0">
                <a:solidFill>
                  <a:srgbClr val="2D7CC2"/>
                </a:solidFill>
              </a:rPr>
              <a:t>AFS Frame </a:t>
            </a:r>
            <a:r>
              <a:rPr lang="ko-KR" altLang="en-US" sz="2400" dirty="0" smtClean="0">
                <a:solidFill>
                  <a:srgbClr val="2D7CC2"/>
                </a:solidFill>
              </a:rPr>
              <a:t>비트 매핑 구조 </a:t>
            </a:r>
            <a:r>
              <a:rPr lang="en-US" altLang="ko-KR" sz="2400" dirty="0">
                <a:solidFill>
                  <a:srgbClr val="2D7CC2"/>
                </a:solidFill>
              </a:rPr>
              <a:t>(SB1 ~ SB4)</a:t>
            </a:r>
          </a:p>
        </p:txBody>
      </p:sp>
      <p:sp>
        <p:nvSpPr>
          <p:cNvPr id="4" name="Text 1"/>
          <p:cNvSpPr/>
          <p:nvPr/>
        </p:nvSpPr>
        <p:spPr>
          <a:xfrm>
            <a:off x="502096" y="5949280"/>
            <a:ext cx="8915400" cy="42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 smtClean="0">
                <a:solidFill>
                  <a:srgbClr val="FF0000"/>
                </a:solidFill>
              </a:rPr>
              <a:t>AFS Frame</a:t>
            </a:r>
            <a:r>
              <a:rPr lang="ko-KR" altLang="en-US" sz="1000" dirty="0" smtClean="0">
                <a:solidFill>
                  <a:srgbClr val="FF0000"/>
                </a:solidFill>
              </a:rPr>
              <a:t>은 </a:t>
            </a:r>
            <a:r>
              <a:rPr lang="en-US" altLang="ko-KR" sz="1000" dirty="0" smtClean="0">
                <a:solidFill>
                  <a:srgbClr val="FF0000"/>
                </a:solidFill>
              </a:rPr>
              <a:t>(GPS</a:t>
            </a:r>
            <a:r>
              <a:rPr lang="ko-KR" altLang="en-US" sz="1000" dirty="0" smtClean="0">
                <a:solidFill>
                  <a:srgbClr val="FF0000"/>
                </a:solidFill>
              </a:rPr>
              <a:t>위성의 </a:t>
            </a:r>
            <a:r>
              <a:rPr lang="en-US" altLang="ko-KR" sz="1000" dirty="0" smtClean="0">
                <a:solidFill>
                  <a:srgbClr val="FF0000"/>
                </a:solidFill>
              </a:rPr>
              <a:t>SF1~3</a:t>
            </a:r>
            <a:r>
              <a:rPr lang="ko-KR" altLang="en-US" sz="1000" dirty="0" smtClean="0">
                <a:solidFill>
                  <a:srgbClr val="FF0000"/>
                </a:solidFill>
              </a:rPr>
              <a:t>에 항법메세지를 나눠 전달하는 방식과 달리</a:t>
            </a:r>
            <a:r>
              <a:rPr lang="en-US" altLang="ko-KR" sz="1000" dirty="0" smtClean="0">
                <a:solidFill>
                  <a:srgbClr val="FF0000"/>
                </a:solidFill>
              </a:rPr>
              <a:t>)</a:t>
            </a:r>
            <a:r>
              <a:rPr lang="ko-KR" altLang="en-US" sz="1000" dirty="0" smtClean="0">
                <a:solidFill>
                  <a:srgbClr val="FF0000"/>
                </a:solidFill>
              </a:rPr>
              <a:t> 프레임 한 개만으로 해당 위성의 항법메세지를 모두 전달받을 수 있다</a:t>
            </a:r>
            <a:r>
              <a:rPr lang="en-US" altLang="ko-KR" sz="1000" dirty="0" smtClean="0">
                <a:solidFill>
                  <a:srgbClr val="FF0000"/>
                </a:solidFill>
              </a:rPr>
              <a:t>.</a:t>
            </a:r>
            <a:endParaRPr lang="en-US" sz="1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964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496616" y="88821"/>
            <a:ext cx="6768752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rPr lang="en-US" altLang="ko-KR" sz="2400" dirty="0" smtClean="0">
                <a:solidFill>
                  <a:srgbClr val="2D7CC2"/>
                </a:solidFill>
              </a:rPr>
              <a:t>SP-</a:t>
            </a:r>
            <a:r>
              <a:rPr lang="ko-KR" altLang="en-US" sz="2400" dirty="0" smtClean="0">
                <a:solidFill>
                  <a:srgbClr val="2D7CC2"/>
                </a:solidFill>
              </a:rPr>
              <a:t>프레임 동기 패턴</a:t>
            </a:r>
            <a:endParaRPr lang="en-US" altLang="ko-KR" sz="2400" dirty="0">
              <a:solidFill>
                <a:srgbClr val="2D7CC2"/>
              </a:solidFill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635048"/>
            <a:ext cx="9217024" cy="84973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88" y="1681925"/>
            <a:ext cx="9217024" cy="1397378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286072" y="6165304"/>
            <a:ext cx="8915400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 smtClean="0">
                <a:solidFill>
                  <a:srgbClr val="FF0000"/>
                </a:solidFill>
              </a:rPr>
              <a:t>모든 위성이 </a:t>
            </a:r>
            <a:r>
              <a:rPr lang="ko-KR" altLang="en-US" sz="1000" dirty="0">
                <a:solidFill>
                  <a:srgbClr val="FF0000"/>
                </a:solidFill>
              </a:rPr>
              <a:t>동일한 </a:t>
            </a:r>
            <a:r>
              <a:rPr lang="en-US" altLang="ko-KR" sz="1000" dirty="0" smtClean="0">
                <a:solidFill>
                  <a:srgbClr val="FF0000"/>
                </a:solidFill>
              </a:rPr>
              <a:t>(</a:t>
            </a:r>
            <a:r>
              <a:rPr lang="ko-KR" altLang="en-US" sz="1000" dirty="0" err="1" smtClean="0">
                <a:solidFill>
                  <a:srgbClr val="FF0000"/>
                </a:solidFill>
              </a:rPr>
              <a:t>비주기</a:t>
            </a:r>
            <a:r>
              <a:rPr lang="ko-KR" altLang="en-US" sz="1000" dirty="0" smtClean="0">
                <a:solidFill>
                  <a:srgbClr val="FF0000"/>
                </a:solidFill>
              </a:rPr>
              <a:t> </a:t>
            </a:r>
            <a:r>
              <a:rPr lang="ko-KR" altLang="en-US" sz="1000" dirty="0" err="1">
                <a:solidFill>
                  <a:srgbClr val="FF0000"/>
                </a:solidFill>
              </a:rPr>
              <a:t>자기상관</a:t>
            </a:r>
            <a:r>
              <a:rPr lang="en-US" altLang="ko-KR" sz="1000" dirty="0" smtClean="0">
                <a:solidFill>
                  <a:srgbClr val="FF0000"/>
                </a:solidFill>
              </a:rPr>
              <a:t>)</a:t>
            </a:r>
            <a:r>
              <a:rPr lang="ko-KR" altLang="en-US" sz="1000" dirty="0" smtClean="0">
                <a:solidFill>
                  <a:srgbClr val="FF0000"/>
                </a:solidFill>
              </a:rPr>
              <a:t>패턴을 사용한다</a:t>
            </a:r>
            <a:r>
              <a:rPr lang="en-US" altLang="ko-KR" sz="1000" dirty="0" smtClean="0">
                <a:solidFill>
                  <a:srgbClr val="FF0000"/>
                </a:solidFill>
              </a:rPr>
              <a:t>.</a:t>
            </a:r>
            <a:endParaRPr lang="en-US" sz="1000" dirty="0">
              <a:solidFill>
                <a:srgbClr val="FF0000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87" y="3233697"/>
            <a:ext cx="9217025" cy="269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025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496616" y="88821"/>
            <a:ext cx="6768752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rPr lang="en-US" altLang="ko-KR" sz="2400" dirty="0" smtClean="0">
                <a:solidFill>
                  <a:srgbClr val="2D7CC2"/>
                </a:solidFill>
              </a:rPr>
              <a:t>SB1-</a:t>
            </a:r>
            <a:r>
              <a:rPr lang="ko-KR" altLang="en-US" sz="2400" b="1" dirty="0">
                <a:solidFill>
                  <a:srgbClr val="2D7CC2"/>
                </a:solidFill>
              </a:rPr>
              <a:t>프레임 동기 및 시간 간격 식별</a:t>
            </a:r>
            <a:endParaRPr lang="en-US" altLang="ko-KR" sz="2400" dirty="0">
              <a:solidFill>
                <a:srgbClr val="2D7CC2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96" y="620688"/>
            <a:ext cx="9145016" cy="901499"/>
          </a:xfrm>
          <a:prstGeom prst="rect">
            <a:avLst/>
          </a:prstGeom>
        </p:spPr>
      </p:pic>
      <p:pic>
        <p:nvPicPr>
          <p:cNvPr id="9" name="그림 11" descr="patched_slide_5_sh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496" y="3341299"/>
            <a:ext cx="9145016" cy="2896013"/>
          </a:xfrm>
          <a:prstGeom prst="rect">
            <a:avLst/>
          </a:prstGeom>
        </p:spPr>
      </p:pic>
      <p:pic>
        <p:nvPicPr>
          <p:cNvPr id="10" name="그림 1" descr="patched_slide_5_sh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496" y="1684722"/>
            <a:ext cx="9145016" cy="1513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806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496616" y="88821"/>
            <a:ext cx="6768752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rPr lang="en-US" altLang="ko-KR" sz="2400" dirty="0" smtClean="0">
                <a:solidFill>
                  <a:srgbClr val="2D7CC2"/>
                </a:solidFill>
              </a:rPr>
              <a:t>SB2 (전반부 Bit 0~283) - 핵심 </a:t>
            </a:r>
            <a:r>
              <a:rPr lang="en-US" altLang="ko-KR" sz="2400" dirty="0" err="1" smtClean="0">
                <a:solidFill>
                  <a:srgbClr val="2D7CC2"/>
                </a:solidFill>
              </a:rPr>
              <a:t>궤도·시계</a:t>
            </a:r>
            <a:endParaRPr lang="en-US" altLang="ko-KR" sz="2400" dirty="0">
              <a:solidFill>
                <a:srgbClr val="2D7CC2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96" y="1640493"/>
            <a:ext cx="9145016" cy="4308787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88504" y="6165304"/>
            <a:ext cx="8915400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smtClean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CRC-24 &amp; LDPC</a:t>
            </a:r>
            <a:r>
              <a:rPr lang="ko-KR" altLang="en-US" sz="1000" dirty="0" smtClean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는 </a:t>
            </a:r>
            <a:r>
              <a:rPr lang="en-US" altLang="ko-KR" sz="1000" dirty="0" smtClean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AFS Frame</a:t>
            </a:r>
            <a:r>
              <a:rPr lang="ko-KR" altLang="en-US" sz="1000" dirty="0" smtClean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</a:t>
            </a:r>
            <a:r>
              <a:rPr lang="en-US" altLang="ko-KR" sz="1000" dirty="0" smtClean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SB1~4 </a:t>
            </a:r>
            <a:r>
              <a:rPr lang="ko-KR" altLang="en-US" sz="1000" dirty="0" smtClean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구성이 모두 완료된 후 별도로 이뤄지는 과정임</a:t>
            </a:r>
            <a:r>
              <a:rPr lang="en-US" altLang="ko-KR" sz="1000" dirty="0" smtClean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.</a:t>
            </a:r>
            <a:r>
              <a:rPr lang="ko-KR" altLang="en-US" sz="1000" dirty="0" smtClean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endParaRPr lang="en-US" sz="1000" dirty="0">
              <a:solidFill>
                <a:srgbClr val="FF0000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496" y="636217"/>
            <a:ext cx="9145016" cy="826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029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280592" y="88821"/>
            <a:ext cx="6768752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rPr lang="en-US" altLang="ko-KR" sz="2400" dirty="0" smtClean="0">
                <a:solidFill>
                  <a:srgbClr val="2D7CC2"/>
                </a:solidFill>
              </a:rPr>
              <a:t>SB2 (후반부 Bit 284~800) - </a:t>
            </a:r>
            <a:r>
              <a:rPr lang="en-US" altLang="ko-KR" sz="2400" dirty="0" err="1" smtClean="0">
                <a:solidFill>
                  <a:srgbClr val="2D7CC2"/>
                </a:solidFill>
              </a:rPr>
              <a:t>보충</a:t>
            </a:r>
            <a:r>
              <a:rPr lang="en-US" altLang="ko-KR" sz="2400" dirty="0" smtClean="0">
                <a:solidFill>
                  <a:srgbClr val="2D7CC2"/>
                </a:solidFill>
              </a:rPr>
              <a:t> </a:t>
            </a:r>
            <a:r>
              <a:rPr lang="en-US" altLang="ko-KR" sz="2400" dirty="0" err="1" smtClean="0">
                <a:solidFill>
                  <a:srgbClr val="2D7CC2"/>
                </a:solidFill>
              </a:rPr>
              <a:t>섭동</a:t>
            </a:r>
            <a:endParaRPr lang="en-US" altLang="ko-KR" sz="2400" dirty="0">
              <a:solidFill>
                <a:srgbClr val="2D7CC2"/>
              </a:solidFill>
            </a:endParaRPr>
          </a:p>
        </p:txBody>
      </p:sp>
      <p:sp>
        <p:nvSpPr>
          <p:cNvPr id="7" name="Text 1"/>
          <p:cNvSpPr/>
          <p:nvPr/>
        </p:nvSpPr>
        <p:spPr>
          <a:xfrm>
            <a:off x="488504" y="6165304"/>
            <a:ext cx="8915400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smtClean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CRC-24 &amp; LDPC</a:t>
            </a:r>
            <a:r>
              <a:rPr lang="ko-KR" altLang="en-US" sz="1000" dirty="0" smtClean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는 </a:t>
            </a:r>
            <a:r>
              <a:rPr lang="en-US" altLang="ko-KR" sz="1000" dirty="0" smtClean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AFS Frame</a:t>
            </a:r>
            <a:r>
              <a:rPr lang="ko-KR" altLang="en-US" sz="1000" dirty="0" smtClean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</a:t>
            </a:r>
            <a:r>
              <a:rPr lang="en-US" altLang="ko-KR" sz="1000" dirty="0" smtClean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SB1~4 </a:t>
            </a:r>
            <a:r>
              <a:rPr lang="ko-KR" altLang="en-US" sz="1000" dirty="0" smtClean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구성이 모두 완료된 후 별도로 이뤄지는 과정임</a:t>
            </a:r>
            <a:r>
              <a:rPr lang="en-US" altLang="ko-KR" sz="1000" dirty="0" smtClean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.</a:t>
            </a:r>
            <a:r>
              <a:rPr lang="ko-KR" altLang="en-US" sz="1000" dirty="0" smtClean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endParaRPr lang="en-US" sz="1000" dirty="0">
              <a:solidFill>
                <a:srgbClr val="FF0000"/>
              </a:solidFill>
            </a:endParaRPr>
          </a:p>
        </p:txBody>
      </p:sp>
      <p:pic>
        <p:nvPicPr>
          <p:cNvPr id="13" name="그림 1" descr="patched_slide_7_sh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96" y="1569717"/>
            <a:ext cx="9145016" cy="452358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496" y="636217"/>
            <a:ext cx="9145016" cy="826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250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280592" y="88821"/>
            <a:ext cx="6768752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rPr lang="en-US" altLang="ko-KR" sz="2400" dirty="0" smtClean="0">
                <a:solidFill>
                  <a:srgbClr val="2D7CC2"/>
                </a:solidFill>
              </a:rPr>
              <a:t>SB2 (후반부 Bit 284~800) - </a:t>
            </a:r>
            <a:r>
              <a:rPr lang="en-US" altLang="ko-KR" sz="2400" dirty="0" err="1" smtClean="0">
                <a:solidFill>
                  <a:srgbClr val="2D7CC2"/>
                </a:solidFill>
              </a:rPr>
              <a:t>보충</a:t>
            </a:r>
            <a:r>
              <a:rPr lang="en-US" altLang="ko-KR" sz="2400" dirty="0" smtClean="0">
                <a:solidFill>
                  <a:srgbClr val="2D7CC2"/>
                </a:solidFill>
              </a:rPr>
              <a:t> </a:t>
            </a:r>
            <a:r>
              <a:rPr lang="en-US" altLang="ko-KR" sz="2400" dirty="0" err="1" smtClean="0">
                <a:solidFill>
                  <a:srgbClr val="2D7CC2"/>
                </a:solidFill>
              </a:rPr>
              <a:t>섭동</a:t>
            </a:r>
            <a:endParaRPr lang="en-US" altLang="ko-KR" sz="2400" dirty="0">
              <a:solidFill>
                <a:srgbClr val="2D7CC2"/>
              </a:solidFill>
            </a:endParaRPr>
          </a:p>
        </p:txBody>
      </p:sp>
      <p:sp>
        <p:nvSpPr>
          <p:cNvPr id="7" name="Text 1"/>
          <p:cNvSpPr/>
          <p:nvPr/>
        </p:nvSpPr>
        <p:spPr>
          <a:xfrm>
            <a:off x="488504" y="6165304"/>
            <a:ext cx="8915400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smtClean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CRC-24 &amp; LDPC</a:t>
            </a:r>
            <a:r>
              <a:rPr lang="ko-KR" altLang="en-US" sz="1000" dirty="0" smtClean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는 </a:t>
            </a:r>
            <a:r>
              <a:rPr lang="en-US" altLang="ko-KR" sz="1000" dirty="0" smtClean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AFS Frame</a:t>
            </a:r>
            <a:r>
              <a:rPr lang="ko-KR" altLang="en-US" sz="1000" dirty="0" smtClean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</a:t>
            </a:r>
            <a:r>
              <a:rPr lang="en-US" altLang="ko-KR" sz="1000" dirty="0" smtClean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SB1~4 </a:t>
            </a:r>
            <a:r>
              <a:rPr lang="ko-KR" altLang="en-US" sz="1000" dirty="0" smtClean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구성이 모두 완료된 후 별도로 이뤄지는 과정임</a:t>
            </a:r>
            <a:r>
              <a:rPr lang="en-US" altLang="ko-KR" sz="1000" dirty="0" smtClean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.</a:t>
            </a:r>
            <a:r>
              <a:rPr lang="ko-KR" altLang="en-US" sz="1000" dirty="0" smtClean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endParaRPr lang="en-US" sz="1000" dirty="0">
              <a:solidFill>
                <a:srgbClr val="FF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96" y="612268"/>
            <a:ext cx="9145016" cy="80333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496" y="1569717"/>
            <a:ext cx="9145016" cy="102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574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496616" y="88821"/>
            <a:ext cx="6768752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rPr lang="en-US" altLang="ko-KR" sz="2400" dirty="0" smtClean="0">
                <a:solidFill>
                  <a:srgbClr val="2D7CC2"/>
                </a:solidFill>
              </a:rPr>
              <a:t>SB4- </a:t>
            </a:r>
            <a:r>
              <a:rPr lang="ko-KR" altLang="en-US" sz="2400" dirty="0" smtClean="0">
                <a:solidFill>
                  <a:srgbClr val="2D7CC2"/>
                </a:solidFill>
              </a:rPr>
              <a:t>관측 정보 </a:t>
            </a:r>
            <a:r>
              <a:rPr lang="en-US" altLang="ko-KR" sz="2400" dirty="0" smtClean="0">
                <a:solidFill>
                  <a:srgbClr val="2D7CC2"/>
                </a:solidFill>
              </a:rPr>
              <a:t>: </a:t>
            </a:r>
            <a:r>
              <a:rPr lang="ko-KR" altLang="en-US" sz="2400" dirty="0" err="1" smtClean="0">
                <a:solidFill>
                  <a:srgbClr val="2D7CC2"/>
                </a:solidFill>
              </a:rPr>
              <a:t>수신부</a:t>
            </a:r>
            <a:r>
              <a:rPr lang="ko-KR" altLang="en-US" sz="2400" dirty="0" smtClean="0">
                <a:solidFill>
                  <a:srgbClr val="2D7CC2"/>
                </a:solidFill>
              </a:rPr>
              <a:t> 취득 및 </a:t>
            </a:r>
            <a:r>
              <a:rPr lang="en-US" altLang="ko-KR" sz="2400" dirty="0">
                <a:solidFill>
                  <a:srgbClr val="2D7CC2"/>
                </a:solidFill>
              </a:rPr>
              <a:t>Klobuchar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069" y="631715"/>
            <a:ext cx="9072443" cy="857509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488504" y="6165304"/>
            <a:ext cx="8915400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smtClean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CRC-24 &amp; LDPC</a:t>
            </a:r>
            <a:r>
              <a:rPr lang="ko-KR" altLang="en-US" sz="1000" dirty="0" smtClean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는 </a:t>
            </a:r>
            <a:r>
              <a:rPr lang="en-US" altLang="ko-KR" sz="1000" dirty="0" smtClean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AFS Frame</a:t>
            </a:r>
            <a:r>
              <a:rPr lang="ko-KR" altLang="en-US" sz="1000" dirty="0" smtClean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</a:t>
            </a:r>
            <a:r>
              <a:rPr lang="en-US" altLang="ko-KR" sz="1000" dirty="0" smtClean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SB1~4 </a:t>
            </a:r>
            <a:r>
              <a:rPr lang="ko-KR" altLang="en-US" sz="1000" dirty="0" smtClean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구성이 모두 완료된 후 별도로 이뤄지는 과정임</a:t>
            </a:r>
            <a:r>
              <a:rPr lang="en-US" altLang="ko-KR" sz="1000" dirty="0" smtClean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.</a:t>
            </a:r>
            <a:r>
              <a:rPr lang="ko-KR" altLang="en-US" sz="1000" dirty="0" smtClean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endParaRPr lang="en-US" sz="1000" dirty="0">
              <a:solidFill>
                <a:srgbClr val="FF0000"/>
              </a:solidFill>
            </a:endParaRPr>
          </a:p>
        </p:txBody>
      </p:sp>
      <p:pic>
        <p:nvPicPr>
          <p:cNvPr id="12" name="그림 1" descr="patched_slide_8_sh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40" y="1734229"/>
            <a:ext cx="9094771" cy="3455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160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94360" y="1000756"/>
            <a:ext cx="4271963" cy="23042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6" name="Rectangle 5"/>
          <p:cNvSpPr/>
          <p:nvPr/>
        </p:nvSpPr>
        <p:spPr>
          <a:xfrm>
            <a:off x="594360" y="1000756"/>
            <a:ext cx="4271963" cy="48291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7" name="TextBox 6"/>
          <p:cNvSpPr txBox="1"/>
          <p:nvPr/>
        </p:nvSpPr>
        <p:spPr>
          <a:xfrm>
            <a:off x="705802" y="1060192"/>
            <a:ext cx="40490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Malgun Gothic"/>
              </a:defRPr>
            </a:pPr>
            <a:r>
              <a:rPr sz="1000" dirty="0"/>
              <a:t>1. 항법 메시지 (SB2 통합 801b)</a:t>
            </a:r>
          </a:p>
          <a:p>
            <a:pPr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rPr sz="1000" dirty="0" err="1"/>
              <a:t>위성</a:t>
            </a:r>
            <a:r>
              <a:rPr sz="1000" dirty="0"/>
              <a:t> </a:t>
            </a:r>
            <a:r>
              <a:rPr sz="1000" dirty="0" err="1"/>
              <a:t>우주</a:t>
            </a:r>
            <a:r>
              <a:rPr sz="1000" dirty="0"/>
              <a:t> </a:t>
            </a:r>
            <a:r>
              <a:rPr sz="1000" dirty="0" err="1"/>
              <a:t>좌표</a:t>
            </a:r>
            <a:r>
              <a:rPr sz="1000" dirty="0"/>
              <a:t>(X, Y, Z) 및 </a:t>
            </a:r>
            <a:r>
              <a:rPr sz="1000" dirty="0" err="1"/>
              <a:t>위성</a:t>
            </a:r>
            <a:r>
              <a:rPr sz="1000" dirty="0"/>
              <a:t> </a:t>
            </a:r>
            <a:r>
              <a:rPr sz="1000" dirty="0" err="1"/>
              <a:t>시계</a:t>
            </a:r>
            <a:r>
              <a:rPr sz="1000" dirty="0"/>
              <a:t> </a:t>
            </a:r>
            <a:r>
              <a:rPr sz="1000" dirty="0" err="1" smtClean="0"/>
              <a:t>오차</a:t>
            </a:r>
            <a:r>
              <a:rPr lang="en-US" sz="1000" dirty="0" smtClean="0"/>
              <a:t> </a:t>
            </a:r>
            <a:r>
              <a:rPr sz="1000" dirty="0" err="1" smtClean="0"/>
              <a:t>산출</a:t>
            </a:r>
            <a:endParaRPr sz="1000" dirty="0"/>
          </a:p>
        </p:txBody>
      </p:sp>
      <p:sp>
        <p:nvSpPr>
          <p:cNvPr id="8" name="TextBox 7"/>
          <p:cNvSpPr txBox="1"/>
          <p:nvPr/>
        </p:nvSpPr>
        <p:spPr>
          <a:xfrm>
            <a:off x="648464" y="1535680"/>
            <a:ext cx="4160520" cy="1744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3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rPr sz="1200" b="1" dirty="0" err="1" smtClean="0"/>
              <a:t>케플러</a:t>
            </a:r>
            <a:r>
              <a:rPr sz="1200" b="1" dirty="0" smtClean="0"/>
              <a:t> </a:t>
            </a:r>
            <a:r>
              <a:rPr sz="1200" b="1" dirty="0" err="1"/>
              <a:t>궤도</a:t>
            </a:r>
            <a:r>
              <a:rPr sz="1200" b="1" dirty="0"/>
              <a:t> </a:t>
            </a:r>
            <a:r>
              <a:rPr sz="1200" b="1" dirty="0" err="1"/>
              <a:t>전파</a:t>
            </a:r>
            <a:r>
              <a:rPr sz="1200" b="1" dirty="0"/>
              <a:t> </a:t>
            </a:r>
            <a:r>
              <a:rPr sz="1200" b="1" dirty="0" err="1"/>
              <a:t>방정식</a:t>
            </a:r>
            <a:r>
              <a:rPr sz="1200" b="1" dirty="0"/>
              <a:t>(Kepler Orbit Propagation</a:t>
            </a:r>
            <a:r>
              <a:rPr sz="1200" b="1" dirty="0" smtClean="0"/>
              <a:t>)</a:t>
            </a:r>
            <a:endParaRPr lang="en-US" sz="1200" b="1" dirty="0" smtClean="0"/>
          </a:p>
          <a:p>
            <a:pPr>
              <a:spcAft>
                <a:spcPts val="163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endParaRPr sz="1200" b="1" dirty="0"/>
          </a:p>
          <a:p>
            <a:pPr>
              <a:spcAft>
                <a:spcPts val="163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rPr sz="1000" dirty="0"/>
              <a:t>• </a:t>
            </a:r>
            <a:r>
              <a:rPr sz="1000" dirty="0" err="1"/>
              <a:t>궤도</a:t>
            </a:r>
            <a:r>
              <a:rPr sz="1000" dirty="0"/>
              <a:t> 16요소를 </a:t>
            </a:r>
            <a:r>
              <a:rPr sz="1000" dirty="0" err="1"/>
              <a:t>대입하여</a:t>
            </a:r>
            <a:r>
              <a:rPr sz="1000" dirty="0"/>
              <a:t> </a:t>
            </a:r>
            <a:r>
              <a:rPr sz="1000" dirty="0" err="1"/>
              <a:t>해당</a:t>
            </a:r>
            <a:r>
              <a:rPr sz="1000" dirty="0"/>
              <a:t> </a:t>
            </a:r>
            <a:r>
              <a:rPr sz="1000" dirty="0" err="1"/>
              <a:t>관측</a:t>
            </a:r>
            <a:r>
              <a:rPr sz="1000" dirty="0"/>
              <a:t> </a:t>
            </a:r>
            <a:r>
              <a:rPr sz="1000" dirty="0" err="1"/>
              <a:t>시점</a:t>
            </a:r>
            <a:r>
              <a:rPr sz="1000" dirty="0"/>
              <a:t>(t)</a:t>
            </a:r>
            <a:r>
              <a:rPr sz="1000" dirty="0" err="1"/>
              <a:t>에서의</a:t>
            </a:r>
            <a:r>
              <a:rPr sz="1000" dirty="0"/>
              <a:t> </a:t>
            </a:r>
            <a:r>
              <a:rPr sz="1000" dirty="0" err="1"/>
              <a:t>위성</a:t>
            </a:r>
            <a:r>
              <a:rPr sz="1000" dirty="0"/>
              <a:t> 3</a:t>
            </a:r>
            <a:r>
              <a:rPr sz="1000" dirty="0" smtClean="0"/>
              <a:t>차원</a:t>
            </a:r>
            <a:endParaRPr lang="en-US" sz="1000" dirty="0" smtClean="0"/>
          </a:p>
          <a:p>
            <a:pPr>
              <a:spcAft>
                <a:spcPts val="163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rPr lang="en-US" sz="1000" dirty="0"/>
              <a:t> </a:t>
            </a:r>
            <a:r>
              <a:rPr sz="1000" dirty="0" smtClean="0"/>
              <a:t> </a:t>
            </a:r>
            <a:r>
              <a:rPr sz="1000" dirty="0"/>
              <a:t>ECEF </a:t>
            </a:r>
            <a:r>
              <a:rPr sz="1000" dirty="0" err="1"/>
              <a:t>좌표</a:t>
            </a:r>
            <a:r>
              <a:rPr sz="1000" dirty="0"/>
              <a:t> </a:t>
            </a:r>
            <a:r>
              <a:rPr sz="1000" dirty="0" err="1"/>
              <a:t>계산</a:t>
            </a:r>
            <a:endParaRPr sz="1000" dirty="0"/>
          </a:p>
          <a:p>
            <a:pPr>
              <a:spcAft>
                <a:spcPts val="163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rPr sz="1000" dirty="0"/>
              <a:t>• </a:t>
            </a:r>
            <a:r>
              <a:rPr sz="1000" dirty="0" err="1"/>
              <a:t>궤도력</a:t>
            </a:r>
            <a:r>
              <a:rPr sz="1000" dirty="0"/>
              <a:t> </a:t>
            </a:r>
            <a:r>
              <a:rPr sz="1000" dirty="0" err="1"/>
              <a:t>시간</a:t>
            </a:r>
            <a:r>
              <a:rPr sz="1000" dirty="0"/>
              <a:t> </a:t>
            </a:r>
            <a:r>
              <a:rPr sz="1000" dirty="0" err="1"/>
              <a:t>고정</a:t>
            </a:r>
            <a:r>
              <a:rPr sz="1000" dirty="0"/>
              <a:t> </a:t>
            </a:r>
            <a:r>
              <a:rPr sz="1000" dirty="0" err="1"/>
              <a:t>필수</a:t>
            </a:r>
            <a:r>
              <a:rPr sz="1000" dirty="0"/>
              <a:t>: </a:t>
            </a:r>
            <a:r>
              <a:rPr sz="1000" dirty="0" err="1"/>
              <a:t>초속</a:t>
            </a:r>
            <a:r>
              <a:rPr sz="1000" dirty="0"/>
              <a:t> 3.9km </a:t>
            </a:r>
            <a:r>
              <a:rPr sz="1000" dirty="0" err="1"/>
              <a:t>공전</a:t>
            </a:r>
            <a:r>
              <a:rPr sz="1000" dirty="0"/>
              <a:t> </a:t>
            </a:r>
            <a:r>
              <a:rPr sz="1000" dirty="0" err="1"/>
              <a:t>위성의</a:t>
            </a:r>
            <a:r>
              <a:rPr sz="1000" dirty="0"/>
              <a:t> </a:t>
            </a:r>
            <a:r>
              <a:rPr sz="1000" dirty="0" err="1"/>
              <a:t>실제</a:t>
            </a:r>
            <a:r>
              <a:rPr sz="1000" dirty="0"/>
              <a:t> </a:t>
            </a:r>
            <a:r>
              <a:rPr sz="1000" dirty="0" err="1"/>
              <a:t>우주</a:t>
            </a:r>
            <a:r>
              <a:rPr sz="1000" dirty="0"/>
              <a:t> </a:t>
            </a:r>
            <a:r>
              <a:rPr sz="1000" dirty="0" err="1"/>
              <a:t>위치</a:t>
            </a:r>
            <a:r>
              <a:rPr sz="1000" dirty="0"/>
              <a:t> </a:t>
            </a:r>
            <a:endParaRPr lang="en-US" sz="1000" dirty="0"/>
          </a:p>
          <a:p>
            <a:pPr>
              <a:spcAft>
                <a:spcPts val="163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rPr lang="en-US" sz="1000" dirty="0" smtClean="0"/>
              <a:t>  </a:t>
            </a:r>
            <a:r>
              <a:rPr sz="1000" dirty="0" err="1" smtClean="0"/>
              <a:t>고정</a:t>
            </a:r>
            <a:r>
              <a:rPr sz="1000" dirty="0" smtClean="0"/>
              <a:t> </a:t>
            </a:r>
            <a:r>
              <a:rPr sz="1000" dirty="0"/>
              <a:t>(</a:t>
            </a:r>
            <a:r>
              <a:rPr sz="1000" dirty="0" err="1"/>
              <a:t>시간</a:t>
            </a:r>
            <a:r>
              <a:rPr sz="1000" dirty="0"/>
              <a:t> </a:t>
            </a:r>
            <a:r>
              <a:rPr sz="1000" dirty="0" err="1"/>
              <a:t>임의</a:t>
            </a:r>
            <a:r>
              <a:rPr sz="1000" dirty="0"/>
              <a:t> </a:t>
            </a:r>
            <a:r>
              <a:rPr sz="1000" dirty="0" err="1"/>
              <a:t>변경</a:t>
            </a:r>
            <a:r>
              <a:rPr sz="1000" dirty="0"/>
              <a:t> 시 </a:t>
            </a:r>
            <a:r>
              <a:rPr sz="1000" dirty="0" err="1"/>
              <a:t>수십km</a:t>
            </a:r>
            <a:r>
              <a:rPr sz="1000" dirty="0"/>
              <a:t> </a:t>
            </a:r>
            <a:r>
              <a:rPr sz="1000" dirty="0" err="1"/>
              <a:t>이탈</a:t>
            </a:r>
            <a:r>
              <a:rPr sz="1000" dirty="0"/>
              <a:t> </a:t>
            </a:r>
            <a:r>
              <a:rPr sz="1000" dirty="0" err="1"/>
              <a:t>방지</a:t>
            </a:r>
            <a:r>
              <a:rPr sz="1000" dirty="0" smtClean="0"/>
              <a:t>)</a:t>
            </a:r>
            <a:endParaRPr lang="en-US" sz="1000" dirty="0" smtClean="0"/>
          </a:p>
          <a:p>
            <a:pPr>
              <a:spcAft>
                <a:spcPts val="163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endParaRPr sz="1000" dirty="0"/>
          </a:p>
          <a:p>
            <a:pPr>
              <a:spcAft>
                <a:spcPts val="163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rPr sz="1000" dirty="0"/>
              <a:t>• </a:t>
            </a:r>
            <a:r>
              <a:rPr sz="1000" b="1" dirty="0" err="1"/>
              <a:t>없으면</a:t>
            </a:r>
            <a:r>
              <a:rPr sz="1000" b="1" dirty="0"/>
              <a:t> </a:t>
            </a:r>
            <a:r>
              <a:rPr sz="1000" b="1" dirty="0" err="1"/>
              <a:t>발생하는</a:t>
            </a:r>
            <a:r>
              <a:rPr sz="1000" b="1" dirty="0"/>
              <a:t> </a:t>
            </a:r>
            <a:r>
              <a:rPr sz="1000" b="1" dirty="0" err="1"/>
              <a:t>문제</a:t>
            </a:r>
            <a:r>
              <a:rPr sz="1000" b="1" dirty="0"/>
              <a:t>: </a:t>
            </a:r>
            <a:r>
              <a:rPr sz="1000" dirty="0" err="1"/>
              <a:t>위성의</a:t>
            </a:r>
            <a:r>
              <a:rPr sz="1000" dirty="0"/>
              <a:t> </a:t>
            </a:r>
            <a:r>
              <a:rPr sz="1000" dirty="0" err="1"/>
              <a:t>우주</a:t>
            </a:r>
            <a:r>
              <a:rPr sz="1000" dirty="0"/>
              <a:t> </a:t>
            </a:r>
            <a:r>
              <a:rPr sz="1000" dirty="0" err="1"/>
              <a:t>위치를</a:t>
            </a:r>
            <a:r>
              <a:rPr sz="1000" dirty="0"/>
              <a:t> 알 수 </a:t>
            </a:r>
            <a:r>
              <a:rPr sz="1000" dirty="0" err="1"/>
              <a:t>없어</a:t>
            </a:r>
            <a:r>
              <a:rPr sz="1000" dirty="0"/>
              <a:t> </a:t>
            </a:r>
            <a:r>
              <a:rPr sz="1000" dirty="0" err="1"/>
              <a:t>거리</a:t>
            </a:r>
            <a:r>
              <a:rPr sz="1000" dirty="0"/>
              <a:t> </a:t>
            </a:r>
            <a:r>
              <a:rPr sz="1000" dirty="0" err="1" smtClean="0"/>
              <a:t>측정이</a:t>
            </a:r>
            <a:endParaRPr lang="en-US" sz="1000" dirty="0" smtClean="0"/>
          </a:p>
          <a:p>
            <a:pPr>
              <a:spcAft>
                <a:spcPts val="163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rPr sz="1000" dirty="0" smtClean="0"/>
              <a:t> </a:t>
            </a:r>
            <a:r>
              <a:rPr lang="en-US" sz="1000" dirty="0" smtClean="0"/>
              <a:t> </a:t>
            </a:r>
            <a:r>
              <a:rPr sz="1000" dirty="0" err="1" smtClean="0"/>
              <a:t>무용지물이</a:t>
            </a:r>
            <a:r>
              <a:rPr sz="1000" dirty="0" smtClean="0"/>
              <a:t> </a:t>
            </a:r>
            <a:r>
              <a:rPr sz="1000" dirty="0"/>
              <a:t>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14912" y="1000756"/>
            <a:ext cx="4271963" cy="23042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0" name="Rectangle 9"/>
          <p:cNvSpPr/>
          <p:nvPr/>
        </p:nvSpPr>
        <p:spPr>
          <a:xfrm>
            <a:off x="5014912" y="1000756"/>
            <a:ext cx="4271963" cy="482918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1" name="TextBox 10"/>
          <p:cNvSpPr txBox="1"/>
          <p:nvPr/>
        </p:nvSpPr>
        <p:spPr>
          <a:xfrm>
            <a:off x="5126355" y="1060192"/>
            <a:ext cx="40490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Malgun Gothic"/>
              </a:defRPr>
            </a:pPr>
            <a:r>
              <a:rPr sz="1000" dirty="0"/>
              <a:t>2. </a:t>
            </a:r>
            <a:r>
              <a:rPr sz="1000" dirty="0" err="1"/>
              <a:t>의사거리</a:t>
            </a:r>
            <a:r>
              <a:rPr sz="1000" dirty="0"/>
              <a:t> </a:t>
            </a:r>
            <a:r>
              <a:rPr sz="1000" dirty="0" err="1"/>
              <a:t>측정값</a:t>
            </a:r>
            <a:r>
              <a:rPr sz="1000" dirty="0"/>
              <a:t> (SB4)</a:t>
            </a:r>
          </a:p>
          <a:p>
            <a:pPr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rPr sz="1000" dirty="0" err="1"/>
              <a:t>수신기</a:t>
            </a:r>
            <a:r>
              <a:rPr sz="1000" dirty="0"/>
              <a:t> </a:t>
            </a:r>
            <a:r>
              <a:rPr sz="1000" dirty="0" err="1"/>
              <a:t>미지수</a:t>
            </a:r>
            <a:r>
              <a:rPr sz="1000" dirty="0"/>
              <a:t>(x, y, z, </a:t>
            </a:r>
            <a:r>
              <a:rPr sz="1000" dirty="0" err="1" smtClean="0"/>
              <a:t>dt_r</a:t>
            </a:r>
            <a:r>
              <a:rPr sz="1000" dirty="0" smtClean="0"/>
              <a:t>) </a:t>
            </a:r>
            <a:r>
              <a:rPr sz="1000" dirty="0" err="1"/>
              <a:t>연립방정식</a:t>
            </a:r>
            <a:r>
              <a:rPr sz="1000" dirty="0"/>
              <a:t> </a:t>
            </a:r>
            <a:r>
              <a:rPr sz="1000" dirty="0" err="1"/>
              <a:t>풀이</a:t>
            </a:r>
            <a:endParaRPr sz="1000" dirty="0"/>
          </a:p>
        </p:txBody>
      </p:sp>
      <p:sp>
        <p:nvSpPr>
          <p:cNvPr id="12" name="TextBox 11"/>
          <p:cNvSpPr txBox="1"/>
          <p:nvPr/>
        </p:nvSpPr>
        <p:spPr>
          <a:xfrm>
            <a:off x="5126355" y="1535680"/>
            <a:ext cx="4049078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3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rPr sz="1200" b="1" dirty="0" err="1" smtClean="0"/>
              <a:t>기본</a:t>
            </a:r>
            <a:r>
              <a:rPr sz="1200" b="1" dirty="0" smtClean="0"/>
              <a:t> </a:t>
            </a:r>
            <a:r>
              <a:rPr sz="1200" b="1" dirty="0" err="1"/>
              <a:t>관측</a:t>
            </a:r>
            <a:r>
              <a:rPr sz="1200" b="1" dirty="0"/>
              <a:t> </a:t>
            </a:r>
            <a:r>
              <a:rPr sz="1200" b="1" dirty="0" err="1" smtClean="0"/>
              <a:t>방정식</a:t>
            </a:r>
            <a:endParaRPr lang="en-US" sz="1200" b="1" dirty="0" smtClean="0"/>
          </a:p>
          <a:p>
            <a:pPr algn="ctr">
              <a:spcAft>
                <a:spcPts val="163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endParaRPr sz="1200" b="1" dirty="0"/>
          </a:p>
          <a:p>
            <a:pPr>
              <a:spcAft>
                <a:spcPts val="163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rPr sz="1000" dirty="0"/>
              <a:t>• </a:t>
            </a:r>
            <a:r>
              <a:rPr sz="1000" dirty="0" err="1"/>
              <a:t>미지수가</a:t>
            </a:r>
            <a:r>
              <a:rPr sz="1000" dirty="0"/>
              <a:t> 4개이므로 </a:t>
            </a:r>
            <a:r>
              <a:rPr sz="1000" dirty="0" err="1"/>
              <a:t>최소</a:t>
            </a:r>
            <a:r>
              <a:rPr sz="1000" dirty="0"/>
              <a:t> 4기 </a:t>
            </a:r>
            <a:r>
              <a:rPr sz="1000" dirty="0" err="1"/>
              <a:t>이상의</a:t>
            </a:r>
            <a:r>
              <a:rPr sz="1000" dirty="0"/>
              <a:t> </a:t>
            </a:r>
            <a:r>
              <a:rPr sz="1000" dirty="0" err="1"/>
              <a:t>위성</a:t>
            </a:r>
            <a:r>
              <a:rPr sz="1000" dirty="0"/>
              <a:t> </a:t>
            </a:r>
            <a:r>
              <a:rPr sz="1000" dirty="0" err="1"/>
              <a:t>연립방정식</a:t>
            </a:r>
            <a:r>
              <a:rPr sz="1000" dirty="0"/>
              <a:t> </a:t>
            </a:r>
            <a:r>
              <a:rPr sz="1000" dirty="0" err="1"/>
              <a:t>구성</a:t>
            </a:r>
            <a:r>
              <a:rPr sz="1000" dirty="0"/>
              <a:t> </a:t>
            </a:r>
            <a:r>
              <a:rPr sz="1000" dirty="0" err="1"/>
              <a:t>필수</a:t>
            </a:r>
            <a:endParaRPr sz="1000" dirty="0"/>
          </a:p>
          <a:p>
            <a:pPr>
              <a:spcAft>
                <a:spcPts val="163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rPr sz="1000" dirty="0"/>
              <a:t>• </a:t>
            </a:r>
            <a:r>
              <a:rPr sz="1000" dirty="0" err="1"/>
              <a:t>공통</a:t>
            </a:r>
            <a:r>
              <a:rPr sz="1000" dirty="0"/>
              <a:t> </a:t>
            </a:r>
            <a:r>
              <a:rPr sz="1000" dirty="0" err="1"/>
              <a:t>지연</a:t>
            </a:r>
            <a:r>
              <a:rPr sz="1000" dirty="0"/>
              <a:t> </a:t>
            </a:r>
            <a:r>
              <a:rPr sz="1000" dirty="0" err="1"/>
              <a:t>흡수</a:t>
            </a:r>
            <a:r>
              <a:rPr sz="1000" dirty="0"/>
              <a:t> </a:t>
            </a:r>
            <a:r>
              <a:rPr sz="1000" dirty="0" err="1"/>
              <a:t>원리</a:t>
            </a:r>
            <a:r>
              <a:rPr sz="1000" dirty="0"/>
              <a:t>: </a:t>
            </a:r>
            <a:r>
              <a:rPr sz="1000" dirty="0" err="1"/>
              <a:t>모든</a:t>
            </a:r>
            <a:r>
              <a:rPr sz="1000" dirty="0"/>
              <a:t> </a:t>
            </a:r>
            <a:r>
              <a:rPr sz="1000" dirty="0" err="1"/>
              <a:t>위성에</a:t>
            </a:r>
            <a:r>
              <a:rPr sz="1000" dirty="0"/>
              <a:t> </a:t>
            </a:r>
            <a:r>
              <a:rPr sz="1000" dirty="0" err="1"/>
              <a:t>동일</a:t>
            </a:r>
            <a:r>
              <a:rPr sz="1000" dirty="0"/>
              <a:t> </a:t>
            </a:r>
            <a:r>
              <a:rPr sz="1000" dirty="0" err="1"/>
              <a:t>지연</a:t>
            </a:r>
            <a:r>
              <a:rPr sz="1000" dirty="0"/>
              <a:t>(</a:t>
            </a:r>
            <a:r>
              <a:rPr sz="1000" dirty="0" err="1"/>
              <a:t>c·Δt</a:t>
            </a:r>
            <a:r>
              <a:rPr sz="1000" dirty="0"/>
              <a:t>) </a:t>
            </a:r>
            <a:r>
              <a:rPr sz="1000" dirty="0" err="1"/>
              <a:t>부과</a:t>
            </a:r>
            <a:r>
              <a:rPr sz="1000" dirty="0"/>
              <a:t> 시 </a:t>
            </a:r>
            <a:r>
              <a:rPr sz="1000" dirty="0" err="1"/>
              <a:t>위치</a:t>
            </a:r>
            <a:r>
              <a:rPr sz="1000" dirty="0"/>
              <a:t>(</a:t>
            </a:r>
            <a:r>
              <a:rPr sz="1000" dirty="0" err="1"/>
              <a:t>x,y,z</a:t>
            </a:r>
            <a:r>
              <a:rPr sz="1000" dirty="0"/>
              <a:t>)는 0.000 mm </a:t>
            </a:r>
            <a:r>
              <a:rPr sz="1000" dirty="0" err="1"/>
              <a:t>보존</a:t>
            </a:r>
            <a:r>
              <a:rPr sz="1000" dirty="0"/>
              <a:t>, </a:t>
            </a:r>
            <a:r>
              <a:rPr sz="1000" dirty="0" err="1"/>
              <a:t>지연은</a:t>
            </a:r>
            <a:r>
              <a:rPr sz="1000" dirty="0"/>
              <a:t> </a:t>
            </a:r>
            <a:r>
              <a:rPr sz="1000" dirty="0" err="1"/>
              <a:t>dt_r로</a:t>
            </a:r>
            <a:r>
              <a:rPr sz="1000" dirty="0"/>
              <a:t> 100% </a:t>
            </a:r>
            <a:r>
              <a:rPr sz="1000" dirty="0" err="1" smtClean="0"/>
              <a:t>흡수</a:t>
            </a:r>
            <a:endParaRPr lang="en-US" sz="1000" dirty="0" smtClean="0"/>
          </a:p>
          <a:p>
            <a:pPr>
              <a:spcAft>
                <a:spcPts val="163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endParaRPr sz="1000" dirty="0"/>
          </a:p>
          <a:p>
            <a:pPr>
              <a:spcAft>
                <a:spcPts val="163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rPr sz="1000" dirty="0"/>
              <a:t>• </a:t>
            </a:r>
            <a:r>
              <a:rPr sz="1000" b="1" dirty="0" err="1"/>
              <a:t>없으면</a:t>
            </a:r>
            <a:r>
              <a:rPr sz="1000" b="1" dirty="0"/>
              <a:t> </a:t>
            </a:r>
            <a:r>
              <a:rPr sz="1000" b="1" dirty="0" err="1"/>
              <a:t>발생하는</a:t>
            </a:r>
            <a:r>
              <a:rPr sz="1000" b="1" dirty="0"/>
              <a:t> </a:t>
            </a:r>
            <a:r>
              <a:rPr sz="1000" b="1" dirty="0" err="1"/>
              <a:t>문제</a:t>
            </a:r>
            <a:r>
              <a:rPr sz="1000" b="1" dirty="0"/>
              <a:t>: </a:t>
            </a:r>
            <a:r>
              <a:rPr sz="1000" dirty="0" err="1"/>
              <a:t>수신기와</a:t>
            </a:r>
            <a:r>
              <a:rPr sz="1000" dirty="0"/>
              <a:t> </a:t>
            </a:r>
            <a:r>
              <a:rPr sz="1000" dirty="0" err="1"/>
              <a:t>위성</a:t>
            </a:r>
            <a:r>
              <a:rPr sz="1000" dirty="0"/>
              <a:t> 간 </a:t>
            </a:r>
            <a:r>
              <a:rPr sz="1000" dirty="0" err="1"/>
              <a:t>거리를</a:t>
            </a:r>
            <a:r>
              <a:rPr sz="1000" dirty="0"/>
              <a:t> 알 수 </a:t>
            </a:r>
            <a:r>
              <a:rPr sz="1000" dirty="0" err="1"/>
              <a:t>없어</a:t>
            </a:r>
            <a:r>
              <a:rPr sz="1000" dirty="0"/>
              <a:t> </a:t>
            </a:r>
            <a:r>
              <a:rPr sz="1000" dirty="0" err="1"/>
              <a:t>위치</a:t>
            </a:r>
            <a:r>
              <a:rPr sz="1000" dirty="0"/>
              <a:t> </a:t>
            </a:r>
            <a:endParaRPr lang="en-US" sz="1000" dirty="0" smtClean="0"/>
          </a:p>
          <a:p>
            <a:pPr>
              <a:spcAft>
                <a:spcPts val="163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rPr lang="en-US" sz="1000" dirty="0"/>
              <a:t> </a:t>
            </a:r>
            <a:r>
              <a:rPr lang="en-US" sz="1000" dirty="0" smtClean="0"/>
              <a:t> </a:t>
            </a:r>
            <a:r>
              <a:rPr sz="1000" dirty="0" err="1" smtClean="0"/>
              <a:t>측위</a:t>
            </a:r>
            <a:r>
              <a:rPr sz="1000" dirty="0" smtClean="0"/>
              <a:t> </a:t>
            </a:r>
            <a:r>
              <a:rPr sz="1000" dirty="0" err="1"/>
              <a:t>불가</a:t>
            </a:r>
            <a:endParaRPr sz="1000" dirty="0"/>
          </a:p>
        </p:txBody>
      </p:sp>
      <p:sp>
        <p:nvSpPr>
          <p:cNvPr id="13" name="Rounded Rectangle 12"/>
          <p:cNvSpPr/>
          <p:nvPr/>
        </p:nvSpPr>
        <p:spPr>
          <a:xfrm>
            <a:off x="594360" y="3501008"/>
            <a:ext cx="4271963" cy="23042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4" name="Rectangle 13"/>
          <p:cNvSpPr/>
          <p:nvPr/>
        </p:nvSpPr>
        <p:spPr>
          <a:xfrm>
            <a:off x="594360" y="3501008"/>
            <a:ext cx="4271963" cy="48291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5" name="TextBox 14"/>
          <p:cNvSpPr txBox="1"/>
          <p:nvPr/>
        </p:nvSpPr>
        <p:spPr>
          <a:xfrm>
            <a:off x="705802" y="3560445"/>
            <a:ext cx="40490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C3AED"/>
                </a:solidFill>
                <a:latin typeface="Malgun Gothic"/>
              </a:defRPr>
            </a:pPr>
            <a:r>
              <a:rPr sz="1000" dirty="0"/>
              <a:t>3. </a:t>
            </a:r>
            <a:r>
              <a:rPr sz="1000" dirty="0" err="1"/>
              <a:t>도플러</a:t>
            </a:r>
            <a:r>
              <a:rPr sz="1000" dirty="0"/>
              <a:t> </a:t>
            </a:r>
            <a:r>
              <a:rPr sz="1000" dirty="0" err="1"/>
              <a:t>주파수</a:t>
            </a:r>
            <a:r>
              <a:rPr sz="1000" dirty="0"/>
              <a:t> (SB4)</a:t>
            </a:r>
          </a:p>
          <a:p>
            <a:pPr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rPr sz="1000" dirty="0" err="1"/>
              <a:t>수신기</a:t>
            </a:r>
            <a:r>
              <a:rPr sz="1000" dirty="0"/>
              <a:t> 3차원 </a:t>
            </a:r>
            <a:r>
              <a:rPr sz="1000" dirty="0" err="1" smtClean="0"/>
              <a:t>속도</a:t>
            </a:r>
            <a:r>
              <a:rPr sz="1000" dirty="0" smtClean="0"/>
              <a:t> </a:t>
            </a:r>
            <a:r>
              <a:rPr sz="1000" dirty="0"/>
              <a:t>및 </a:t>
            </a:r>
            <a:r>
              <a:rPr sz="1000" dirty="0" err="1"/>
              <a:t>시계</a:t>
            </a:r>
            <a:r>
              <a:rPr sz="1000" dirty="0"/>
              <a:t> </a:t>
            </a:r>
            <a:r>
              <a:rPr sz="1000" dirty="0" err="1"/>
              <a:t>표류율</a:t>
            </a:r>
            <a:r>
              <a:rPr sz="1000" dirty="0"/>
              <a:t> </a:t>
            </a:r>
            <a:r>
              <a:rPr sz="1000" dirty="0" err="1"/>
              <a:t>산출</a:t>
            </a:r>
            <a:endParaRPr sz="1000" dirty="0"/>
          </a:p>
        </p:txBody>
      </p:sp>
      <p:sp>
        <p:nvSpPr>
          <p:cNvPr id="17" name="Rounded Rectangle 16"/>
          <p:cNvSpPr/>
          <p:nvPr/>
        </p:nvSpPr>
        <p:spPr>
          <a:xfrm>
            <a:off x="5014912" y="3501008"/>
            <a:ext cx="4271963" cy="23042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8" name="Rectangle 17"/>
          <p:cNvSpPr/>
          <p:nvPr/>
        </p:nvSpPr>
        <p:spPr>
          <a:xfrm>
            <a:off x="5014912" y="3501008"/>
            <a:ext cx="4271963" cy="48291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6" name="TextBox 15"/>
          <p:cNvSpPr txBox="1"/>
          <p:nvPr/>
        </p:nvSpPr>
        <p:spPr>
          <a:xfrm>
            <a:off x="648464" y="4035933"/>
            <a:ext cx="416052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3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rPr sz="1200" b="1" dirty="0" err="1" smtClean="0"/>
              <a:t>속도</a:t>
            </a:r>
            <a:r>
              <a:rPr sz="1200" b="1" dirty="0" smtClean="0"/>
              <a:t> </a:t>
            </a:r>
            <a:r>
              <a:rPr sz="1200" b="1" dirty="0" err="1"/>
              <a:t>관측</a:t>
            </a:r>
            <a:r>
              <a:rPr sz="1200" b="1" dirty="0"/>
              <a:t> </a:t>
            </a:r>
            <a:r>
              <a:rPr sz="1200" b="1" dirty="0" err="1" smtClean="0"/>
              <a:t>방정식</a:t>
            </a:r>
            <a:endParaRPr lang="en-US" sz="1200" b="1" dirty="0" smtClean="0"/>
          </a:p>
          <a:p>
            <a:pPr algn="ctr">
              <a:spcAft>
                <a:spcPts val="163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endParaRPr sz="1000" dirty="0"/>
          </a:p>
          <a:p>
            <a:pPr>
              <a:spcAft>
                <a:spcPts val="163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rPr sz="1000" dirty="0"/>
              <a:t>• </a:t>
            </a:r>
            <a:r>
              <a:rPr sz="1000" dirty="0" err="1"/>
              <a:t>수신기가</a:t>
            </a:r>
            <a:r>
              <a:rPr sz="1000" dirty="0"/>
              <a:t> </a:t>
            </a:r>
            <a:r>
              <a:rPr sz="1000" dirty="0" err="1"/>
              <a:t>초당</a:t>
            </a:r>
            <a:r>
              <a:rPr sz="1000" dirty="0"/>
              <a:t> 몇 </a:t>
            </a:r>
            <a:r>
              <a:rPr sz="1000" dirty="0" err="1"/>
              <a:t>미터로</a:t>
            </a:r>
            <a:r>
              <a:rPr sz="1000" dirty="0"/>
              <a:t> </a:t>
            </a:r>
            <a:r>
              <a:rPr sz="1000" dirty="0" err="1"/>
              <a:t>움직이는지</a:t>
            </a:r>
            <a:r>
              <a:rPr sz="1000" dirty="0"/>
              <a:t> 3차원 </a:t>
            </a:r>
            <a:r>
              <a:rPr sz="1000" dirty="0" err="1"/>
              <a:t>속도</a:t>
            </a:r>
            <a:r>
              <a:rPr sz="1000" dirty="0"/>
              <a:t> </a:t>
            </a:r>
            <a:r>
              <a:rPr sz="1000" dirty="0" err="1"/>
              <a:t>벡터</a:t>
            </a:r>
            <a:r>
              <a:rPr sz="1000" dirty="0"/>
              <a:t> </a:t>
            </a:r>
            <a:r>
              <a:rPr sz="1000" dirty="0" err="1"/>
              <a:t>계산</a:t>
            </a:r>
            <a:endParaRPr sz="1000" dirty="0"/>
          </a:p>
          <a:p>
            <a:pPr>
              <a:spcAft>
                <a:spcPts val="163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rPr sz="1000" dirty="0"/>
              <a:t>• </a:t>
            </a:r>
            <a:r>
              <a:rPr sz="1000" dirty="0" err="1"/>
              <a:t>수신기</a:t>
            </a:r>
            <a:r>
              <a:rPr sz="1000" dirty="0"/>
              <a:t> </a:t>
            </a:r>
            <a:r>
              <a:rPr sz="1000" dirty="0" err="1"/>
              <a:t>내부</a:t>
            </a:r>
            <a:r>
              <a:rPr sz="1000" dirty="0"/>
              <a:t> </a:t>
            </a:r>
            <a:r>
              <a:rPr sz="1000" dirty="0" err="1"/>
              <a:t>발진기의</a:t>
            </a:r>
            <a:r>
              <a:rPr sz="1000" dirty="0"/>
              <a:t> </a:t>
            </a:r>
            <a:r>
              <a:rPr sz="1000" dirty="0" err="1"/>
              <a:t>주파수</a:t>
            </a:r>
            <a:r>
              <a:rPr sz="1000" dirty="0"/>
              <a:t> </a:t>
            </a:r>
            <a:r>
              <a:rPr sz="1000" dirty="0" err="1"/>
              <a:t>편이율</a:t>
            </a:r>
            <a:r>
              <a:rPr sz="1000" dirty="0"/>
              <a:t>(Clock Drift) </a:t>
            </a:r>
            <a:r>
              <a:rPr sz="1000" dirty="0" err="1"/>
              <a:t>동시</a:t>
            </a:r>
            <a:r>
              <a:rPr sz="1000" dirty="0"/>
              <a:t> </a:t>
            </a:r>
            <a:r>
              <a:rPr sz="1000" dirty="0" err="1" smtClean="0"/>
              <a:t>추정</a:t>
            </a:r>
            <a:endParaRPr lang="en-US" sz="1000" dirty="0" smtClean="0"/>
          </a:p>
          <a:p>
            <a:pPr>
              <a:spcAft>
                <a:spcPts val="163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endParaRPr sz="1000" dirty="0"/>
          </a:p>
          <a:p>
            <a:pPr>
              <a:spcAft>
                <a:spcPts val="163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rPr sz="1000" b="1" dirty="0"/>
              <a:t>• </a:t>
            </a:r>
            <a:r>
              <a:rPr sz="1000" b="1" dirty="0" err="1"/>
              <a:t>없으면</a:t>
            </a:r>
            <a:r>
              <a:rPr sz="1000" b="1" dirty="0"/>
              <a:t> </a:t>
            </a:r>
            <a:r>
              <a:rPr sz="1000" b="1" dirty="0" err="1"/>
              <a:t>발생하는</a:t>
            </a:r>
            <a:r>
              <a:rPr sz="1000" b="1" dirty="0"/>
              <a:t> </a:t>
            </a:r>
            <a:r>
              <a:rPr sz="1000" b="1" dirty="0" err="1"/>
              <a:t>문제</a:t>
            </a:r>
            <a:r>
              <a:rPr sz="1000" dirty="0"/>
              <a:t>: </a:t>
            </a:r>
            <a:r>
              <a:rPr sz="1000" dirty="0" err="1"/>
              <a:t>위치</a:t>
            </a:r>
            <a:r>
              <a:rPr sz="1000" dirty="0"/>
              <a:t> </a:t>
            </a:r>
            <a:r>
              <a:rPr sz="1000" dirty="0" err="1"/>
              <a:t>미분에만</a:t>
            </a:r>
            <a:r>
              <a:rPr sz="1000" dirty="0"/>
              <a:t> </a:t>
            </a:r>
            <a:r>
              <a:rPr sz="1000" dirty="0" err="1"/>
              <a:t>의존해야</a:t>
            </a:r>
            <a:r>
              <a:rPr sz="1000" dirty="0"/>
              <a:t> </a:t>
            </a:r>
            <a:r>
              <a:rPr sz="1000" dirty="0" err="1"/>
              <a:t>하므로</a:t>
            </a:r>
            <a:r>
              <a:rPr sz="1000" dirty="0"/>
              <a:t> </a:t>
            </a:r>
            <a:r>
              <a:rPr sz="1000" dirty="0" err="1"/>
              <a:t>속도</a:t>
            </a:r>
            <a:r>
              <a:rPr sz="1000" dirty="0"/>
              <a:t> </a:t>
            </a:r>
            <a:r>
              <a:rPr sz="1000" dirty="0" err="1"/>
              <a:t>오차가</a:t>
            </a:r>
            <a:r>
              <a:rPr sz="1000" dirty="0"/>
              <a:t> </a:t>
            </a:r>
            <a:endParaRPr lang="en-US" sz="1000" dirty="0" smtClean="0"/>
          </a:p>
          <a:p>
            <a:pPr>
              <a:spcAft>
                <a:spcPts val="163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rPr lang="en-US" sz="1000" dirty="0"/>
              <a:t> </a:t>
            </a:r>
            <a:r>
              <a:rPr lang="en-US" sz="1000" dirty="0" smtClean="0"/>
              <a:t> </a:t>
            </a:r>
            <a:r>
              <a:rPr sz="1000" dirty="0" smtClean="0"/>
              <a:t>수 </a:t>
            </a:r>
            <a:r>
              <a:rPr sz="1000" dirty="0"/>
              <a:t>배 </a:t>
            </a:r>
            <a:r>
              <a:rPr sz="1000" dirty="0" err="1"/>
              <a:t>증가함</a:t>
            </a:r>
            <a:endParaRPr sz="1000" dirty="0"/>
          </a:p>
        </p:txBody>
      </p:sp>
      <p:sp>
        <p:nvSpPr>
          <p:cNvPr id="19" name="TextBox 18"/>
          <p:cNvSpPr txBox="1"/>
          <p:nvPr/>
        </p:nvSpPr>
        <p:spPr>
          <a:xfrm>
            <a:off x="5126355" y="3560445"/>
            <a:ext cx="40490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Malgun Gothic"/>
              </a:defRPr>
            </a:pPr>
            <a:r>
              <a:rPr sz="1000"/>
              <a:t>4. C/N0 &amp; 전리층 모델 (SB4)</a:t>
            </a:r>
          </a:p>
          <a:p>
            <a:pPr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rPr sz="1000"/>
              <a:t>가중치 행렬(W) 구성 및 대기 전파 지연 제거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5008" y="4035933"/>
            <a:ext cx="4271963" cy="165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3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rPr sz="1200" b="1" dirty="0" err="1" smtClean="0"/>
              <a:t>신호</a:t>
            </a:r>
            <a:r>
              <a:rPr sz="1200" b="1" dirty="0" smtClean="0"/>
              <a:t> </a:t>
            </a:r>
            <a:r>
              <a:rPr sz="1200" b="1" dirty="0" err="1"/>
              <a:t>품질이</a:t>
            </a:r>
            <a:r>
              <a:rPr sz="1200" b="1" dirty="0"/>
              <a:t> </a:t>
            </a:r>
            <a:r>
              <a:rPr sz="1200" b="1" dirty="0" err="1"/>
              <a:t>좋은</a:t>
            </a:r>
            <a:r>
              <a:rPr sz="1200" b="1" dirty="0"/>
              <a:t> </a:t>
            </a:r>
            <a:r>
              <a:rPr sz="1200" b="1" dirty="0" err="1"/>
              <a:t>고앙각</a:t>
            </a:r>
            <a:r>
              <a:rPr sz="1200" b="1" dirty="0"/>
              <a:t> </a:t>
            </a:r>
            <a:r>
              <a:rPr sz="1200" b="1" dirty="0" err="1"/>
              <a:t>위성에</a:t>
            </a:r>
            <a:r>
              <a:rPr sz="1200" b="1" dirty="0"/>
              <a:t> </a:t>
            </a:r>
            <a:r>
              <a:rPr sz="1200" b="1" dirty="0" err="1"/>
              <a:t>가중치를</a:t>
            </a:r>
            <a:r>
              <a:rPr sz="1200" b="1" dirty="0"/>
              <a:t> </a:t>
            </a:r>
            <a:r>
              <a:rPr sz="1200" b="1" dirty="0" err="1" smtClean="0"/>
              <a:t>부여하는</a:t>
            </a:r>
            <a:endParaRPr lang="en-US" sz="1200" b="1" dirty="0" smtClean="0"/>
          </a:p>
          <a:p>
            <a:pPr algn="ctr">
              <a:spcAft>
                <a:spcPts val="163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rPr sz="1200" b="1" dirty="0" smtClean="0"/>
              <a:t> </a:t>
            </a:r>
            <a:r>
              <a:rPr sz="1200" b="1" dirty="0"/>
              <a:t>WLS(</a:t>
            </a:r>
            <a:r>
              <a:rPr sz="1200" b="1" dirty="0" err="1"/>
              <a:t>가중최소자승</a:t>
            </a:r>
            <a:r>
              <a:rPr sz="1200" b="1" dirty="0" smtClean="0"/>
              <a:t>)</a:t>
            </a:r>
            <a:endParaRPr lang="en-US" sz="1200" b="1" dirty="0" smtClean="0"/>
          </a:p>
          <a:p>
            <a:pPr algn="ctr">
              <a:spcAft>
                <a:spcPts val="163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endParaRPr lang="en-US" sz="1200" b="1" dirty="0"/>
          </a:p>
          <a:p>
            <a:pPr algn="ctr">
              <a:spcAft>
                <a:spcPts val="163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rPr sz="1200" b="1" dirty="0" err="1" smtClean="0"/>
              <a:t>대기</a:t>
            </a:r>
            <a:r>
              <a:rPr sz="1200" b="1" dirty="0" smtClean="0"/>
              <a:t> </a:t>
            </a:r>
            <a:r>
              <a:rPr sz="1200" b="1" dirty="0" err="1"/>
              <a:t>통과</a:t>
            </a:r>
            <a:r>
              <a:rPr sz="1200" b="1" dirty="0"/>
              <a:t> 시 </a:t>
            </a:r>
            <a:r>
              <a:rPr sz="1200" b="1" dirty="0" err="1"/>
              <a:t>발생하는</a:t>
            </a:r>
            <a:r>
              <a:rPr sz="1200" b="1" dirty="0"/>
              <a:t> 수 </a:t>
            </a:r>
            <a:r>
              <a:rPr sz="1200" b="1" dirty="0" err="1"/>
              <a:t>미터</a:t>
            </a:r>
            <a:r>
              <a:rPr sz="1200" b="1" dirty="0"/>
              <a:t> </a:t>
            </a:r>
            <a:r>
              <a:rPr sz="1200" b="1" dirty="0" err="1"/>
              <a:t>지연</a:t>
            </a:r>
            <a:r>
              <a:rPr sz="1200" b="1" dirty="0"/>
              <a:t> </a:t>
            </a:r>
            <a:r>
              <a:rPr sz="1200" b="1" dirty="0" err="1" smtClean="0"/>
              <a:t>오차를</a:t>
            </a:r>
            <a:endParaRPr lang="en-US" sz="1200" b="1" dirty="0" smtClean="0"/>
          </a:p>
          <a:p>
            <a:pPr algn="ctr">
              <a:spcAft>
                <a:spcPts val="163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rPr sz="1200" b="1" dirty="0" smtClean="0"/>
              <a:t> </a:t>
            </a:r>
            <a:r>
              <a:rPr sz="1200" b="1" dirty="0"/>
              <a:t>Klobuchar </a:t>
            </a:r>
            <a:r>
              <a:rPr sz="1200" b="1" dirty="0" err="1"/>
              <a:t>모델로</a:t>
            </a:r>
            <a:r>
              <a:rPr sz="1200" b="1" dirty="0"/>
              <a:t> </a:t>
            </a:r>
            <a:r>
              <a:rPr sz="1200" b="1" dirty="0" err="1"/>
              <a:t>사전</a:t>
            </a:r>
            <a:r>
              <a:rPr sz="1200" b="1" dirty="0"/>
              <a:t> </a:t>
            </a:r>
            <a:r>
              <a:rPr sz="1200" b="1" dirty="0" err="1" smtClean="0"/>
              <a:t>감산</a:t>
            </a:r>
            <a:endParaRPr lang="en-US" sz="1200" b="1" dirty="0" smtClean="0"/>
          </a:p>
          <a:p>
            <a:pPr>
              <a:spcAft>
                <a:spcPts val="163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endParaRPr sz="1000" dirty="0"/>
          </a:p>
          <a:p>
            <a:pPr>
              <a:spcAft>
                <a:spcPts val="163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rPr sz="1000" dirty="0"/>
              <a:t>• </a:t>
            </a:r>
            <a:r>
              <a:rPr sz="1000" b="1" dirty="0" err="1"/>
              <a:t>없으면</a:t>
            </a:r>
            <a:r>
              <a:rPr sz="1000" b="1" dirty="0"/>
              <a:t> </a:t>
            </a:r>
            <a:r>
              <a:rPr sz="1000" b="1" dirty="0" err="1"/>
              <a:t>발생하는</a:t>
            </a:r>
            <a:r>
              <a:rPr sz="1000" b="1" dirty="0"/>
              <a:t> </a:t>
            </a:r>
            <a:r>
              <a:rPr sz="1000" b="1" dirty="0" err="1"/>
              <a:t>문제</a:t>
            </a:r>
            <a:r>
              <a:rPr sz="1000" dirty="0"/>
              <a:t>: </a:t>
            </a:r>
            <a:r>
              <a:rPr sz="1000" dirty="0" err="1"/>
              <a:t>저품질</a:t>
            </a:r>
            <a:r>
              <a:rPr sz="1000" dirty="0"/>
              <a:t> </a:t>
            </a:r>
            <a:r>
              <a:rPr sz="1000" dirty="0" err="1"/>
              <a:t>신호</a:t>
            </a:r>
            <a:r>
              <a:rPr sz="1000" dirty="0"/>
              <a:t> 및 </a:t>
            </a:r>
            <a:r>
              <a:rPr sz="1000" dirty="0" err="1"/>
              <a:t>대기</a:t>
            </a:r>
            <a:r>
              <a:rPr sz="1000" dirty="0"/>
              <a:t> </a:t>
            </a:r>
            <a:r>
              <a:rPr sz="1000" dirty="0" err="1"/>
              <a:t>지연으로</a:t>
            </a:r>
            <a:r>
              <a:rPr sz="1000" dirty="0"/>
              <a:t> </a:t>
            </a:r>
            <a:r>
              <a:rPr sz="1000" dirty="0" err="1"/>
              <a:t>인해</a:t>
            </a:r>
            <a:r>
              <a:rPr sz="1000" dirty="0"/>
              <a:t> 수 </a:t>
            </a:r>
            <a:r>
              <a:rPr sz="1000" dirty="0" err="1"/>
              <a:t>미터</a:t>
            </a:r>
            <a:r>
              <a:rPr sz="1000" dirty="0"/>
              <a:t> </a:t>
            </a:r>
            <a:endParaRPr lang="en-US" sz="1000" dirty="0" smtClean="0"/>
          </a:p>
          <a:p>
            <a:pPr>
              <a:spcAft>
                <a:spcPts val="163"/>
              </a:spcAft>
              <a:defRPr sz="950">
                <a:solidFill>
                  <a:srgbClr val="0F172A"/>
                </a:solidFill>
                <a:latin typeface="Malgun Gothic"/>
              </a:defRPr>
            </a:pPr>
            <a:r>
              <a:rPr lang="en-US" sz="1000" dirty="0"/>
              <a:t> </a:t>
            </a:r>
            <a:r>
              <a:rPr lang="en-US" sz="1000" dirty="0" smtClean="0"/>
              <a:t> </a:t>
            </a:r>
            <a:r>
              <a:rPr sz="1000" dirty="0" err="1" smtClean="0"/>
              <a:t>이상의</a:t>
            </a:r>
            <a:r>
              <a:rPr sz="1000" dirty="0" smtClean="0"/>
              <a:t> </a:t>
            </a:r>
            <a:r>
              <a:rPr sz="1000" dirty="0" err="1"/>
              <a:t>위치</a:t>
            </a:r>
            <a:r>
              <a:rPr sz="1000" dirty="0"/>
              <a:t> </a:t>
            </a:r>
            <a:r>
              <a:rPr lang="ko-KR" altLang="en-US" sz="1000" dirty="0" smtClean="0"/>
              <a:t>오차</a:t>
            </a:r>
            <a:r>
              <a:rPr sz="1000" dirty="0" smtClean="0"/>
              <a:t> </a:t>
            </a:r>
            <a:r>
              <a:rPr sz="1000" dirty="0" err="1"/>
              <a:t>발생</a:t>
            </a:r>
            <a:endParaRPr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1280592" y="88821"/>
            <a:ext cx="6768752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rPr lang="en-US" altLang="ko-KR" sz="2400" dirty="0">
                <a:solidFill>
                  <a:srgbClr val="2D7CC2"/>
                </a:solidFill>
              </a:rPr>
              <a:t>PVT Solver(RTKLIB)</a:t>
            </a:r>
          </a:p>
        </p:txBody>
      </p:sp>
    </p:spTree>
    <p:extLst>
      <p:ext uri="{BB962C8B-B14F-4D97-AF65-F5344CB8AC3E}">
        <p14:creationId xmlns:p14="http://schemas.microsoft.com/office/powerpoint/2010/main" val="3769596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23482" y="944666"/>
            <a:ext cx="8915400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3" dirty="0">
                <a:solidFill>
                  <a:srgbClr val="5D6B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송신에서 의도적으로 적용한 변환이 수신에서 어떤 관측·복원 단계로 대응되는지 정리</a:t>
            </a:r>
            <a:endParaRPr lang="en-US" sz="853" dirty="0"/>
          </a:p>
        </p:txBody>
      </p:sp>
      <p:sp>
        <p:nvSpPr>
          <p:cNvPr id="4" name="Text 2"/>
          <p:cNvSpPr/>
          <p:nvPr/>
        </p:nvSpPr>
        <p:spPr>
          <a:xfrm>
            <a:off x="668655" y="1256704"/>
            <a:ext cx="2823210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6" b="1" dirty="0" err="1">
                <a:solidFill>
                  <a:srgbClr val="2B6CB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송신</a:t>
            </a:r>
            <a:r>
              <a:rPr lang="en-US" sz="1056" b="1" dirty="0">
                <a:solidFill>
                  <a:srgbClr val="2B6CB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측    </a:t>
            </a:r>
            <a:r>
              <a:rPr lang="ko-KR" altLang="en-US" sz="1056" b="1" dirty="0">
                <a:solidFill>
                  <a:srgbClr val="2B6CB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⬇️</a:t>
            </a:r>
            <a:r>
              <a:rPr lang="en-US" sz="1056" b="1" dirty="0">
                <a:solidFill>
                  <a:srgbClr val="2B6CB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endParaRPr lang="en-US" sz="1056" dirty="0"/>
          </a:p>
        </p:txBody>
      </p:sp>
      <p:sp>
        <p:nvSpPr>
          <p:cNvPr id="5" name="Text 3"/>
          <p:cNvSpPr/>
          <p:nvPr/>
        </p:nvSpPr>
        <p:spPr>
          <a:xfrm>
            <a:off x="6463665" y="1256704"/>
            <a:ext cx="2823210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6" b="1" dirty="0" err="1">
                <a:solidFill>
                  <a:srgbClr val="2E8B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수신</a:t>
            </a:r>
            <a:r>
              <a:rPr lang="en-US" sz="1056" b="1" dirty="0">
                <a:solidFill>
                  <a:srgbClr val="2E8B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측    </a:t>
            </a:r>
            <a:r>
              <a:rPr lang="ko-KR" altLang="en-US" sz="1056" b="1" dirty="0">
                <a:solidFill>
                  <a:srgbClr val="2E8B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⬆️</a:t>
            </a:r>
            <a:endParaRPr lang="en-US" sz="1056" dirty="0"/>
          </a:p>
        </p:txBody>
      </p:sp>
      <p:sp>
        <p:nvSpPr>
          <p:cNvPr id="6" name="Shape 4"/>
          <p:cNvSpPr/>
          <p:nvPr/>
        </p:nvSpPr>
        <p:spPr>
          <a:xfrm>
            <a:off x="594360" y="1613321"/>
            <a:ext cx="3157538" cy="267462"/>
          </a:xfrm>
          <a:prstGeom prst="roundRect">
            <a:avLst>
              <a:gd name="adj" fmla="val 16667"/>
            </a:avLst>
          </a:prstGeom>
          <a:solidFill>
            <a:srgbClr val="F8FBFE"/>
          </a:solidFill>
          <a:ln w="10160">
            <a:solidFill>
              <a:srgbClr val="D7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5802" y="1628180"/>
            <a:ext cx="2934653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94" b="1" dirty="0">
                <a:solidFill>
                  <a:srgbClr val="2B6CB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AFS Navigation Data</a:t>
            </a:r>
            <a:endParaRPr lang="en-US" sz="894" dirty="0"/>
          </a:p>
        </p:txBody>
      </p:sp>
      <p:sp>
        <p:nvSpPr>
          <p:cNvPr id="8" name="Shape 6"/>
          <p:cNvSpPr/>
          <p:nvPr/>
        </p:nvSpPr>
        <p:spPr>
          <a:xfrm>
            <a:off x="3803904" y="1747052"/>
            <a:ext cx="2251139" cy="0"/>
          </a:xfrm>
          <a:prstGeom prst="line">
            <a:avLst/>
          </a:prstGeom>
          <a:noFill/>
          <a:ln w="17780">
            <a:solidFill>
              <a:srgbClr val="B9C6D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107049" y="1613321"/>
            <a:ext cx="3157538" cy="267462"/>
          </a:xfrm>
          <a:prstGeom prst="roundRect">
            <a:avLst>
              <a:gd name="adj" fmla="val 16667"/>
            </a:avLst>
          </a:prstGeom>
          <a:solidFill>
            <a:srgbClr val="F8FCFA"/>
          </a:solidFill>
          <a:ln w="10160">
            <a:solidFill>
              <a:srgbClr val="D7E7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8491" y="1628180"/>
            <a:ext cx="2934653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94" b="1" dirty="0">
                <a:solidFill>
                  <a:srgbClr val="2E8B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Navigation Data 복호</a:t>
            </a:r>
            <a:endParaRPr lang="en-US" sz="894" dirty="0"/>
          </a:p>
        </p:txBody>
      </p:sp>
      <p:sp>
        <p:nvSpPr>
          <p:cNvPr id="11" name="Shape 9"/>
          <p:cNvSpPr/>
          <p:nvPr/>
        </p:nvSpPr>
        <p:spPr>
          <a:xfrm>
            <a:off x="594360" y="1977366"/>
            <a:ext cx="3157538" cy="267462"/>
          </a:xfrm>
          <a:prstGeom prst="roundRect">
            <a:avLst>
              <a:gd name="adj" fmla="val 16667"/>
            </a:avLst>
          </a:prstGeom>
          <a:solidFill>
            <a:srgbClr val="F2F7FC"/>
          </a:solidFill>
          <a:ln w="10160">
            <a:solidFill>
              <a:srgbClr val="D7E1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5802" y="1992225"/>
            <a:ext cx="2934653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94" b="1" dirty="0">
                <a:solidFill>
                  <a:srgbClr val="2B6CB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CRC 추가</a:t>
            </a:r>
            <a:endParaRPr lang="en-US" sz="894" dirty="0"/>
          </a:p>
        </p:txBody>
      </p:sp>
      <p:sp>
        <p:nvSpPr>
          <p:cNvPr id="13" name="Shape 11"/>
          <p:cNvSpPr/>
          <p:nvPr/>
        </p:nvSpPr>
        <p:spPr>
          <a:xfrm>
            <a:off x="3803904" y="2111097"/>
            <a:ext cx="2251139" cy="0"/>
          </a:xfrm>
          <a:prstGeom prst="line">
            <a:avLst/>
          </a:prstGeom>
          <a:noFill/>
          <a:ln w="17780">
            <a:solidFill>
              <a:srgbClr val="E58E2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07049" y="1977366"/>
            <a:ext cx="3157538" cy="267462"/>
          </a:xfrm>
          <a:prstGeom prst="roundRect">
            <a:avLst>
              <a:gd name="adj" fmla="val 16667"/>
            </a:avLst>
          </a:prstGeom>
          <a:solidFill>
            <a:srgbClr val="F2FAF5"/>
          </a:solidFill>
          <a:ln w="10160">
            <a:solidFill>
              <a:srgbClr val="D7E7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8491" y="1992225"/>
            <a:ext cx="2934653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94" b="1" dirty="0">
                <a:solidFill>
                  <a:srgbClr val="2E8B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CRC 재계산 / 비교</a:t>
            </a:r>
            <a:endParaRPr lang="en-US" sz="894" dirty="0"/>
          </a:p>
        </p:txBody>
      </p:sp>
      <p:sp>
        <p:nvSpPr>
          <p:cNvPr id="16" name="Shape 14"/>
          <p:cNvSpPr/>
          <p:nvPr/>
        </p:nvSpPr>
        <p:spPr>
          <a:xfrm>
            <a:off x="594360" y="2341412"/>
            <a:ext cx="3157538" cy="267462"/>
          </a:xfrm>
          <a:prstGeom prst="roundRect">
            <a:avLst>
              <a:gd name="adj" fmla="val 16667"/>
            </a:avLst>
          </a:prstGeom>
          <a:solidFill>
            <a:srgbClr val="F8FBFE"/>
          </a:solidFill>
          <a:ln w="10160">
            <a:solidFill>
              <a:srgbClr val="D7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5802" y="2356271"/>
            <a:ext cx="2934653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94" b="1" dirty="0">
                <a:solidFill>
                  <a:srgbClr val="2B6CB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LDPC Encoding</a:t>
            </a:r>
            <a:endParaRPr lang="en-US" sz="894" dirty="0"/>
          </a:p>
        </p:txBody>
      </p:sp>
      <p:sp>
        <p:nvSpPr>
          <p:cNvPr id="18" name="Shape 16"/>
          <p:cNvSpPr/>
          <p:nvPr/>
        </p:nvSpPr>
        <p:spPr>
          <a:xfrm>
            <a:off x="3803904" y="2475143"/>
            <a:ext cx="2251139" cy="0"/>
          </a:xfrm>
          <a:prstGeom prst="line">
            <a:avLst/>
          </a:prstGeom>
          <a:noFill/>
          <a:ln w="17780">
            <a:solidFill>
              <a:srgbClr val="B9C6D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107049" y="2341412"/>
            <a:ext cx="3157538" cy="267462"/>
          </a:xfrm>
          <a:prstGeom prst="roundRect">
            <a:avLst>
              <a:gd name="adj" fmla="val 16667"/>
            </a:avLst>
          </a:prstGeom>
          <a:solidFill>
            <a:srgbClr val="F8FCFA"/>
          </a:solidFill>
          <a:ln w="10160">
            <a:solidFill>
              <a:srgbClr val="D7E7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8491" y="2356271"/>
            <a:ext cx="2934653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94" b="1" dirty="0">
                <a:solidFill>
                  <a:srgbClr val="2E8B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LDPC Decoding</a:t>
            </a:r>
            <a:endParaRPr lang="en-US" sz="894" dirty="0"/>
          </a:p>
        </p:txBody>
      </p:sp>
      <p:sp>
        <p:nvSpPr>
          <p:cNvPr id="21" name="Shape 19"/>
          <p:cNvSpPr/>
          <p:nvPr/>
        </p:nvSpPr>
        <p:spPr>
          <a:xfrm>
            <a:off x="594360" y="2705457"/>
            <a:ext cx="3157538" cy="267462"/>
          </a:xfrm>
          <a:prstGeom prst="roundRect">
            <a:avLst>
              <a:gd name="adj" fmla="val 16667"/>
            </a:avLst>
          </a:prstGeom>
          <a:solidFill>
            <a:srgbClr val="F2F7FC"/>
          </a:solidFill>
          <a:ln w="10160">
            <a:solidFill>
              <a:srgbClr val="D7E1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5802" y="2720316"/>
            <a:ext cx="2934653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94" b="1" i="1" dirty="0">
                <a:solidFill>
                  <a:srgbClr val="2B6CB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Puncturing</a:t>
            </a:r>
            <a:endParaRPr lang="en-US" sz="894" i="1" dirty="0"/>
          </a:p>
        </p:txBody>
      </p:sp>
      <p:sp>
        <p:nvSpPr>
          <p:cNvPr id="23" name="Shape 21"/>
          <p:cNvSpPr/>
          <p:nvPr/>
        </p:nvSpPr>
        <p:spPr>
          <a:xfrm>
            <a:off x="3803904" y="2839188"/>
            <a:ext cx="2251139" cy="0"/>
          </a:xfrm>
          <a:prstGeom prst="line">
            <a:avLst/>
          </a:prstGeom>
          <a:noFill/>
          <a:ln w="17780">
            <a:solidFill>
              <a:srgbClr val="E58E26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107049" y="2705457"/>
            <a:ext cx="3157538" cy="267462"/>
          </a:xfrm>
          <a:prstGeom prst="roundRect">
            <a:avLst>
              <a:gd name="adj" fmla="val 16667"/>
            </a:avLst>
          </a:prstGeom>
          <a:solidFill>
            <a:srgbClr val="F2FAF5"/>
          </a:solidFill>
          <a:ln w="10160">
            <a:solidFill>
              <a:srgbClr val="D7E7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8491" y="2720316"/>
            <a:ext cx="2934653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94" b="1" dirty="0">
                <a:solidFill>
                  <a:srgbClr val="2E8B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Erasure Reconstruction</a:t>
            </a:r>
            <a:endParaRPr lang="en-US" sz="894" dirty="0"/>
          </a:p>
        </p:txBody>
      </p:sp>
      <p:sp>
        <p:nvSpPr>
          <p:cNvPr id="26" name="Shape 24"/>
          <p:cNvSpPr/>
          <p:nvPr/>
        </p:nvSpPr>
        <p:spPr>
          <a:xfrm>
            <a:off x="594360" y="3069503"/>
            <a:ext cx="3157538" cy="267462"/>
          </a:xfrm>
          <a:prstGeom prst="roundRect">
            <a:avLst>
              <a:gd name="adj" fmla="val 16667"/>
            </a:avLst>
          </a:prstGeom>
          <a:solidFill>
            <a:srgbClr val="F8FBFE"/>
          </a:solidFill>
          <a:ln w="10160">
            <a:solidFill>
              <a:srgbClr val="D7E1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5802" y="3084362"/>
            <a:ext cx="2934653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94" b="1" dirty="0">
                <a:solidFill>
                  <a:srgbClr val="2B6CB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Interleaving</a:t>
            </a:r>
            <a:endParaRPr lang="en-US" sz="894" dirty="0"/>
          </a:p>
        </p:txBody>
      </p:sp>
      <p:sp>
        <p:nvSpPr>
          <p:cNvPr id="28" name="Shape 26"/>
          <p:cNvSpPr/>
          <p:nvPr/>
        </p:nvSpPr>
        <p:spPr>
          <a:xfrm>
            <a:off x="3803904" y="3203234"/>
            <a:ext cx="2251139" cy="0"/>
          </a:xfrm>
          <a:prstGeom prst="line">
            <a:avLst/>
          </a:prstGeom>
          <a:noFill/>
          <a:ln w="17780">
            <a:solidFill>
              <a:srgbClr val="B9C6D8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107049" y="3069503"/>
            <a:ext cx="3157538" cy="267462"/>
          </a:xfrm>
          <a:prstGeom prst="roundRect">
            <a:avLst>
              <a:gd name="adj" fmla="val 16667"/>
            </a:avLst>
          </a:prstGeom>
          <a:solidFill>
            <a:srgbClr val="F8FCFA"/>
          </a:solidFill>
          <a:ln w="10160">
            <a:solidFill>
              <a:srgbClr val="D7E7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8491" y="3084362"/>
            <a:ext cx="2934653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94" b="1" dirty="0">
                <a:solidFill>
                  <a:srgbClr val="2E8B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Deinterleaving</a:t>
            </a:r>
            <a:endParaRPr lang="en-US" sz="894" dirty="0"/>
          </a:p>
        </p:txBody>
      </p:sp>
      <p:sp>
        <p:nvSpPr>
          <p:cNvPr id="31" name="Shape 29"/>
          <p:cNvSpPr/>
          <p:nvPr/>
        </p:nvSpPr>
        <p:spPr>
          <a:xfrm>
            <a:off x="594360" y="3433548"/>
            <a:ext cx="3157538" cy="267462"/>
          </a:xfrm>
          <a:prstGeom prst="roundRect">
            <a:avLst>
              <a:gd name="adj" fmla="val 16667"/>
            </a:avLst>
          </a:prstGeom>
          <a:solidFill>
            <a:srgbClr val="F2F7FC"/>
          </a:solidFill>
          <a:ln w="10160">
            <a:solidFill>
              <a:srgbClr val="D7E1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5802" y="3448407"/>
            <a:ext cx="2934653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94" b="1" dirty="0">
                <a:solidFill>
                  <a:srgbClr val="2B6CB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PRN Spreading</a:t>
            </a:r>
            <a:endParaRPr lang="en-US" sz="894" dirty="0"/>
          </a:p>
        </p:txBody>
      </p:sp>
      <p:sp>
        <p:nvSpPr>
          <p:cNvPr id="33" name="Shape 31"/>
          <p:cNvSpPr/>
          <p:nvPr/>
        </p:nvSpPr>
        <p:spPr>
          <a:xfrm>
            <a:off x="3803904" y="3567279"/>
            <a:ext cx="2251139" cy="0"/>
          </a:xfrm>
          <a:prstGeom prst="line">
            <a:avLst/>
          </a:prstGeom>
          <a:noFill/>
          <a:ln w="17780">
            <a:solidFill>
              <a:srgbClr val="E58E26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107049" y="3433548"/>
            <a:ext cx="3157538" cy="267462"/>
          </a:xfrm>
          <a:prstGeom prst="roundRect">
            <a:avLst>
              <a:gd name="adj" fmla="val 16667"/>
            </a:avLst>
          </a:prstGeom>
          <a:solidFill>
            <a:srgbClr val="F2FAF5"/>
          </a:solidFill>
          <a:ln w="10160">
            <a:solidFill>
              <a:srgbClr val="D7E7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8491" y="3448407"/>
            <a:ext cx="2934653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94" b="1" dirty="0">
                <a:solidFill>
                  <a:srgbClr val="2E8B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PRN Correlation</a:t>
            </a:r>
            <a:endParaRPr lang="en-US" sz="894" dirty="0"/>
          </a:p>
        </p:txBody>
      </p:sp>
      <p:sp>
        <p:nvSpPr>
          <p:cNvPr id="36" name="Shape 34"/>
          <p:cNvSpPr/>
          <p:nvPr/>
        </p:nvSpPr>
        <p:spPr>
          <a:xfrm>
            <a:off x="594360" y="3797594"/>
            <a:ext cx="3157538" cy="267462"/>
          </a:xfrm>
          <a:prstGeom prst="roundRect">
            <a:avLst>
              <a:gd name="adj" fmla="val 16667"/>
            </a:avLst>
          </a:prstGeom>
          <a:solidFill>
            <a:srgbClr val="F8FBFE"/>
          </a:solidFill>
          <a:ln w="10160">
            <a:solidFill>
              <a:srgbClr val="D7E1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5802" y="3812453"/>
            <a:ext cx="2934653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94" b="1" dirty="0">
                <a:solidFill>
                  <a:srgbClr val="2B6CB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Propagation Delay</a:t>
            </a:r>
            <a:endParaRPr lang="en-US" sz="894" dirty="0"/>
          </a:p>
        </p:txBody>
      </p:sp>
      <p:sp>
        <p:nvSpPr>
          <p:cNvPr id="38" name="Shape 36"/>
          <p:cNvSpPr/>
          <p:nvPr/>
        </p:nvSpPr>
        <p:spPr>
          <a:xfrm>
            <a:off x="3803904" y="3931325"/>
            <a:ext cx="2251139" cy="0"/>
          </a:xfrm>
          <a:prstGeom prst="line">
            <a:avLst/>
          </a:prstGeom>
          <a:noFill/>
          <a:ln w="17780">
            <a:solidFill>
              <a:srgbClr val="B9C6D8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107049" y="3797594"/>
            <a:ext cx="3157538" cy="267462"/>
          </a:xfrm>
          <a:prstGeom prst="roundRect">
            <a:avLst>
              <a:gd name="adj" fmla="val 16667"/>
            </a:avLst>
          </a:prstGeom>
          <a:solidFill>
            <a:srgbClr val="F8FCFA"/>
          </a:solidFill>
          <a:ln w="10160">
            <a:solidFill>
              <a:srgbClr val="D7E7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8491" y="3812453"/>
            <a:ext cx="2934653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94" b="1" dirty="0">
                <a:solidFill>
                  <a:srgbClr val="2E8B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Code Phase / Pseudorange</a:t>
            </a:r>
            <a:endParaRPr lang="en-US" sz="894" dirty="0"/>
          </a:p>
        </p:txBody>
      </p:sp>
      <p:sp>
        <p:nvSpPr>
          <p:cNvPr id="41" name="Shape 39"/>
          <p:cNvSpPr/>
          <p:nvPr/>
        </p:nvSpPr>
        <p:spPr>
          <a:xfrm>
            <a:off x="594360" y="4161639"/>
            <a:ext cx="3157538" cy="267462"/>
          </a:xfrm>
          <a:prstGeom prst="roundRect">
            <a:avLst>
              <a:gd name="adj" fmla="val 16667"/>
            </a:avLst>
          </a:prstGeom>
          <a:solidFill>
            <a:srgbClr val="F2F7FC"/>
          </a:solidFill>
          <a:ln w="10160">
            <a:solidFill>
              <a:srgbClr val="D7E1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5802" y="4176498"/>
            <a:ext cx="2934653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94" b="1" dirty="0">
                <a:solidFill>
                  <a:srgbClr val="2B6CB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Doppler 적용</a:t>
            </a:r>
            <a:endParaRPr lang="en-US" sz="894" dirty="0"/>
          </a:p>
        </p:txBody>
      </p:sp>
      <p:sp>
        <p:nvSpPr>
          <p:cNvPr id="43" name="Shape 41"/>
          <p:cNvSpPr/>
          <p:nvPr/>
        </p:nvSpPr>
        <p:spPr>
          <a:xfrm>
            <a:off x="3803904" y="4295370"/>
            <a:ext cx="2251139" cy="0"/>
          </a:xfrm>
          <a:prstGeom prst="line">
            <a:avLst/>
          </a:prstGeom>
          <a:noFill/>
          <a:ln w="17780">
            <a:solidFill>
              <a:srgbClr val="E58E26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107049" y="4161639"/>
            <a:ext cx="3157538" cy="267462"/>
          </a:xfrm>
          <a:prstGeom prst="roundRect">
            <a:avLst>
              <a:gd name="adj" fmla="val 16667"/>
            </a:avLst>
          </a:prstGeom>
          <a:solidFill>
            <a:srgbClr val="F2FAF5"/>
          </a:solidFill>
          <a:ln w="10160">
            <a:solidFill>
              <a:srgbClr val="D7E7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8491" y="4176498"/>
            <a:ext cx="2934653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94" b="1" dirty="0">
                <a:solidFill>
                  <a:srgbClr val="2E8B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Doppler Search / Tracking</a:t>
            </a:r>
            <a:endParaRPr lang="en-US" sz="894" dirty="0"/>
          </a:p>
        </p:txBody>
      </p:sp>
      <p:sp>
        <p:nvSpPr>
          <p:cNvPr id="46" name="Shape 44"/>
          <p:cNvSpPr/>
          <p:nvPr/>
        </p:nvSpPr>
        <p:spPr>
          <a:xfrm>
            <a:off x="594360" y="4525685"/>
            <a:ext cx="3157538" cy="267462"/>
          </a:xfrm>
          <a:prstGeom prst="roundRect">
            <a:avLst>
              <a:gd name="adj" fmla="val 16667"/>
            </a:avLst>
          </a:prstGeom>
          <a:solidFill>
            <a:srgbClr val="F8FBFE"/>
          </a:solidFill>
          <a:ln w="10160">
            <a:solidFill>
              <a:srgbClr val="D7E1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5802" y="4540544"/>
            <a:ext cx="2934653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94" b="1" dirty="0">
                <a:solidFill>
                  <a:srgbClr val="2B6CB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I/Q Modulation</a:t>
            </a:r>
            <a:endParaRPr lang="en-US" sz="894" dirty="0"/>
          </a:p>
        </p:txBody>
      </p:sp>
      <p:sp>
        <p:nvSpPr>
          <p:cNvPr id="48" name="Shape 46"/>
          <p:cNvSpPr/>
          <p:nvPr/>
        </p:nvSpPr>
        <p:spPr>
          <a:xfrm>
            <a:off x="3803904" y="4659416"/>
            <a:ext cx="2251139" cy="0"/>
          </a:xfrm>
          <a:prstGeom prst="line">
            <a:avLst/>
          </a:prstGeom>
          <a:noFill/>
          <a:ln w="17780">
            <a:solidFill>
              <a:srgbClr val="B9C6D8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6107049" y="4525685"/>
            <a:ext cx="3157538" cy="267462"/>
          </a:xfrm>
          <a:prstGeom prst="roundRect">
            <a:avLst>
              <a:gd name="adj" fmla="val 16667"/>
            </a:avLst>
          </a:prstGeom>
          <a:solidFill>
            <a:srgbClr val="F8FCFA"/>
          </a:solidFill>
          <a:ln w="10160">
            <a:solidFill>
              <a:srgbClr val="D7E7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18491" y="4540544"/>
            <a:ext cx="2934653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94" b="1" dirty="0">
                <a:solidFill>
                  <a:srgbClr val="2E8B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Carrier / Code Tracking</a:t>
            </a:r>
            <a:endParaRPr lang="en-US" sz="894" dirty="0"/>
          </a:p>
        </p:txBody>
      </p:sp>
      <p:sp>
        <p:nvSpPr>
          <p:cNvPr id="51" name="Shape 49"/>
          <p:cNvSpPr/>
          <p:nvPr/>
        </p:nvSpPr>
        <p:spPr>
          <a:xfrm>
            <a:off x="594360" y="4889730"/>
            <a:ext cx="3157538" cy="267462"/>
          </a:xfrm>
          <a:prstGeom prst="roundRect">
            <a:avLst>
              <a:gd name="adj" fmla="val 16667"/>
            </a:avLst>
          </a:prstGeom>
          <a:solidFill>
            <a:srgbClr val="F2F7FC"/>
          </a:solidFill>
          <a:ln w="10160">
            <a:solidFill>
              <a:srgbClr val="D7E1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5802" y="4904589"/>
            <a:ext cx="2934653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94" b="1" dirty="0">
                <a:solidFill>
                  <a:srgbClr val="2B6CB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다중 위성 합성</a:t>
            </a:r>
            <a:endParaRPr lang="en-US" sz="894" dirty="0"/>
          </a:p>
        </p:txBody>
      </p:sp>
      <p:sp>
        <p:nvSpPr>
          <p:cNvPr id="53" name="Shape 51"/>
          <p:cNvSpPr/>
          <p:nvPr/>
        </p:nvSpPr>
        <p:spPr>
          <a:xfrm>
            <a:off x="3803904" y="5023461"/>
            <a:ext cx="2251139" cy="0"/>
          </a:xfrm>
          <a:prstGeom prst="line">
            <a:avLst/>
          </a:prstGeom>
          <a:noFill/>
          <a:ln w="17780">
            <a:solidFill>
              <a:srgbClr val="E58E26"/>
            </a:solidFill>
            <a:prstDash val="solid"/>
            <a:headEnd type="none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6107049" y="4889730"/>
            <a:ext cx="3157538" cy="267462"/>
          </a:xfrm>
          <a:prstGeom prst="roundRect">
            <a:avLst>
              <a:gd name="adj" fmla="val 16667"/>
            </a:avLst>
          </a:prstGeom>
          <a:solidFill>
            <a:srgbClr val="F2FAF5"/>
          </a:solidFill>
          <a:ln w="10160">
            <a:solidFill>
              <a:srgbClr val="D7E7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18491" y="4904589"/>
            <a:ext cx="2934653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94" b="1" dirty="0">
                <a:solidFill>
                  <a:srgbClr val="2E8B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PRN별 채널 분리</a:t>
            </a:r>
            <a:endParaRPr lang="en-US" sz="894" dirty="0"/>
          </a:p>
        </p:txBody>
      </p:sp>
      <p:sp>
        <p:nvSpPr>
          <p:cNvPr id="56" name="TextBox 55"/>
          <p:cNvSpPr txBox="1"/>
          <p:nvPr/>
        </p:nvSpPr>
        <p:spPr>
          <a:xfrm>
            <a:off x="1856656" y="88821"/>
            <a:ext cx="6768752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2400" b="1" dirty="0" err="1">
                <a:solidFill>
                  <a:srgbClr val="2D7C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송신</a:t>
            </a:r>
            <a:r>
              <a:rPr lang="ko-KR" altLang="en-US" sz="2400" b="1" dirty="0">
                <a:solidFill>
                  <a:srgbClr val="2D7C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</a:t>
            </a:r>
            <a:r>
              <a:rPr lang="en-US" altLang="ko-KR" sz="2400" b="1" dirty="0">
                <a:solidFill>
                  <a:srgbClr val="2D7C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ko-KR" altLang="en-US" sz="2400" b="1" dirty="0">
                <a:solidFill>
                  <a:srgbClr val="2D7C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⇄ </a:t>
            </a:r>
            <a:r>
              <a:rPr lang="en-US" altLang="ko-KR" sz="2400" b="1" dirty="0" err="1">
                <a:solidFill>
                  <a:srgbClr val="2D7C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수신</a:t>
            </a:r>
            <a:r>
              <a:rPr lang="ko-KR" altLang="en-US" sz="2400" b="1" dirty="0">
                <a:solidFill>
                  <a:srgbClr val="2D7C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 대응관계</a:t>
            </a:r>
            <a:endParaRPr lang="en-US" altLang="ko-KR" sz="2400" dirty="0">
              <a:solidFill>
                <a:srgbClr val="2D7CC2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560512" y="1556792"/>
            <a:ext cx="8744522" cy="18202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5075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23482" y="1124744"/>
            <a:ext cx="8915400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3" dirty="0">
                <a:solidFill>
                  <a:srgbClr val="5D6B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AFS Data Channel 기준 1 Frame = 12초 = 6000 symbols</a:t>
            </a:r>
            <a:endParaRPr lang="en-US" sz="853" dirty="0"/>
          </a:p>
        </p:txBody>
      </p:sp>
      <p:sp>
        <p:nvSpPr>
          <p:cNvPr id="4" name="Shape 2"/>
          <p:cNvSpPr/>
          <p:nvPr/>
        </p:nvSpPr>
        <p:spPr>
          <a:xfrm>
            <a:off x="482918" y="1436783"/>
            <a:ext cx="1485900" cy="341757"/>
          </a:xfrm>
          <a:prstGeom prst="roundRect">
            <a:avLst>
              <a:gd name="adj" fmla="val 39130"/>
            </a:avLst>
          </a:prstGeom>
          <a:solidFill>
            <a:srgbClr val="DCEFFC"/>
          </a:solidFill>
          <a:ln w="12700">
            <a:solidFill>
              <a:srgbClr val="DCEF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2918" y="1444212"/>
            <a:ext cx="148590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94" b="1" dirty="0">
                <a:solidFill>
                  <a:srgbClr val="2B6CB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 symbol = 2 ms</a:t>
            </a:r>
            <a:endParaRPr lang="en-US" sz="894" dirty="0"/>
          </a:p>
        </p:txBody>
      </p:sp>
      <p:sp>
        <p:nvSpPr>
          <p:cNvPr id="6" name="Shape 4"/>
          <p:cNvSpPr/>
          <p:nvPr/>
        </p:nvSpPr>
        <p:spPr>
          <a:xfrm>
            <a:off x="2102548" y="1436783"/>
            <a:ext cx="1820228" cy="341757"/>
          </a:xfrm>
          <a:prstGeom prst="roundRect">
            <a:avLst>
              <a:gd name="adj" fmla="val 39130"/>
            </a:avLst>
          </a:prstGeom>
          <a:solidFill>
            <a:srgbClr val="DFF3E7"/>
          </a:solidFill>
          <a:ln w="12700">
            <a:solidFill>
              <a:srgbClr val="DFF3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2548" y="1444212"/>
            <a:ext cx="1820228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94" b="1" dirty="0">
                <a:solidFill>
                  <a:srgbClr val="2E8B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6000 × 2 ms = 12 s</a:t>
            </a:r>
            <a:endParaRPr lang="en-US" sz="894" dirty="0"/>
          </a:p>
        </p:txBody>
      </p:sp>
      <p:sp>
        <p:nvSpPr>
          <p:cNvPr id="8" name="Shape 6"/>
          <p:cNvSpPr/>
          <p:nvPr/>
        </p:nvSpPr>
        <p:spPr>
          <a:xfrm>
            <a:off x="557212" y="1993995"/>
            <a:ext cx="705803" cy="817245"/>
          </a:xfrm>
          <a:prstGeom prst="roundRect">
            <a:avLst>
              <a:gd name="adj" fmla="val 8421"/>
            </a:avLst>
          </a:prstGeom>
          <a:solidFill>
            <a:srgbClr val="EDEAF7"/>
          </a:solidFill>
          <a:ln w="16510">
            <a:solidFill>
              <a:srgbClr val="6B5F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212" y="2127726"/>
            <a:ext cx="705803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19" b="1" dirty="0">
                <a:solidFill>
                  <a:srgbClr val="6B5FA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SP</a:t>
            </a:r>
            <a:endParaRPr lang="en-US" sz="1219" dirty="0"/>
          </a:p>
        </p:txBody>
      </p:sp>
      <p:sp>
        <p:nvSpPr>
          <p:cNvPr id="10" name="Text 8"/>
          <p:cNvSpPr/>
          <p:nvPr/>
        </p:nvSpPr>
        <p:spPr>
          <a:xfrm>
            <a:off x="557212" y="2358040"/>
            <a:ext cx="705803" cy="156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837" b="1" dirty="0">
                <a:solidFill>
                  <a:srgbClr val="1E29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68 sym</a:t>
            </a:r>
            <a:endParaRPr lang="en-US" sz="837" dirty="0"/>
          </a:p>
        </p:txBody>
      </p:sp>
      <p:sp>
        <p:nvSpPr>
          <p:cNvPr id="11" name="Text 9"/>
          <p:cNvSpPr/>
          <p:nvPr/>
        </p:nvSpPr>
        <p:spPr>
          <a:xfrm>
            <a:off x="557212" y="2551208"/>
            <a:ext cx="705803" cy="13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699" dirty="0">
                <a:solidFill>
                  <a:srgbClr val="5D6B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Frame Sync</a:t>
            </a:r>
            <a:endParaRPr lang="en-US" sz="699" dirty="0"/>
          </a:p>
        </p:txBody>
      </p:sp>
      <p:sp>
        <p:nvSpPr>
          <p:cNvPr id="12" name="Shape 10"/>
          <p:cNvSpPr/>
          <p:nvPr/>
        </p:nvSpPr>
        <p:spPr>
          <a:xfrm>
            <a:off x="1300162" y="1993995"/>
            <a:ext cx="705803" cy="817245"/>
          </a:xfrm>
          <a:prstGeom prst="roundRect">
            <a:avLst>
              <a:gd name="adj" fmla="val 8421"/>
            </a:avLst>
          </a:prstGeom>
          <a:solidFill>
            <a:srgbClr val="E8F1FB"/>
          </a:solidFill>
          <a:ln w="16510">
            <a:solidFill>
              <a:srgbClr val="2B6C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00162" y="2127726"/>
            <a:ext cx="705803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19" b="1" dirty="0">
                <a:solidFill>
                  <a:srgbClr val="2B6CB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SB1</a:t>
            </a:r>
            <a:endParaRPr lang="en-US" sz="1219" dirty="0"/>
          </a:p>
        </p:txBody>
      </p:sp>
      <p:sp>
        <p:nvSpPr>
          <p:cNvPr id="14" name="Text 12"/>
          <p:cNvSpPr/>
          <p:nvPr/>
        </p:nvSpPr>
        <p:spPr>
          <a:xfrm>
            <a:off x="1300162" y="2358040"/>
            <a:ext cx="705803" cy="156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837" b="1" dirty="0">
                <a:solidFill>
                  <a:srgbClr val="1E29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52 sym</a:t>
            </a:r>
            <a:endParaRPr lang="en-US" sz="837" dirty="0"/>
          </a:p>
        </p:txBody>
      </p:sp>
      <p:sp>
        <p:nvSpPr>
          <p:cNvPr id="15" name="Text 13"/>
          <p:cNvSpPr/>
          <p:nvPr/>
        </p:nvSpPr>
        <p:spPr>
          <a:xfrm>
            <a:off x="1300162" y="2551208"/>
            <a:ext cx="705803" cy="13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699" dirty="0">
                <a:solidFill>
                  <a:srgbClr val="5D6B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FID / TOI</a:t>
            </a:r>
            <a:endParaRPr lang="en-US" sz="699" dirty="0"/>
          </a:p>
        </p:txBody>
      </p:sp>
      <p:sp>
        <p:nvSpPr>
          <p:cNvPr id="16" name="Shape 14"/>
          <p:cNvSpPr/>
          <p:nvPr/>
        </p:nvSpPr>
        <p:spPr>
          <a:xfrm>
            <a:off x="2043112" y="1993995"/>
            <a:ext cx="3380423" cy="817245"/>
          </a:xfrm>
          <a:prstGeom prst="roundRect">
            <a:avLst>
              <a:gd name="adj" fmla="val 7273"/>
            </a:avLst>
          </a:prstGeom>
          <a:solidFill>
            <a:srgbClr val="E6F5EC"/>
          </a:solidFill>
          <a:ln w="16510">
            <a:solidFill>
              <a:srgbClr val="2E8B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43112" y="2127726"/>
            <a:ext cx="3380423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19" b="1" dirty="0">
                <a:solidFill>
                  <a:srgbClr val="2E8B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SB2</a:t>
            </a:r>
            <a:endParaRPr lang="en-US" sz="1219" dirty="0"/>
          </a:p>
        </p:txBody>
      </p:sp>
      <p:sp>
        <p:nvSpPr>
          <p:cNvPr id="18" name="Text 16"/>
          <p:cNvSpPr/>
          <p:nvPr/>
        </p:nvSpPr>
        <p:spPr>
          <a:xfrm>
            <a:off x="2043112" y="2358040"/>
            <a:ext cx="3380423" cy="156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837" b="1" dirty="0">
                <a:solidFill>
                  <a:srgbClr val="1E29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2400 sym</a:t>
            </a:r>
            <a:endParaRPr lang="en-US" sz="837" dirty="0"/>
          </a:p>
        </p:txBody>
      </p:sp>
      <p:sp>
        <p:nvSpPr>
          <p:cNvPr id="19" name="Text 17"/>
          <p:cNvSpPr/>
          <p:nvPr/>
        </p:nvSpPr>
        <p:spPr>
          <a:xfrm>
            <a:off x="2043112" y="2551208"/>
            <a:ext cx="3380423" cy="13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699" dirty="0">
                <a:solidFill>
                  <a:srgbClr val="5D6B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통합 궤도·섭동·시계</a:t>
            </a:r>
            <a:endParaRPr lang="en-US" sz="699" dirty="0"/>
          </a:p>
        </p:txBody>
      </p:sp>
      <p:sp>
        <p:nvSpPr>
          <p:cNvPr id="20" name="Shape 18"/>
          <p:cNvSpPr/>
          <p:nvPr/>
        </p:nvSpPr>
        <p:spPr>
          <a:xfrm>
            <a:off x="5460683" y="1993995"/>
            <a:ext cx="2228850" cy="817245"/>
          </a:xfrm>
          <a:prstGeom prst="roundRect">
            <a:avLst>
              <a:gd name="adj" fmla="val 7273"/>
            </a:avLst>
          </a:prstGeom>
          <a:solidFill>
            <a:srgbClr val="FCEEDC"/>
          </a:solidFill>
          <a:ln w="16510">
            <a:solidFill>
              <a:srgbClr val="E58E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60683" y="2127726"/>
            <a:ext cx="2228850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19" b="1" dirty="0">
                <a:solidFill>
                  <a:srgbClr val="E58E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SB3</a:t>
            </a:r>
            <a:endParaRPr lang="en-US" sz="1219" dirty="0"/>
          </a:p>
        </p:txBody>
      </p:sp>
      <p:sp>
        <p:nvSpPr>
          <p:cNvPr id="22" name="Text 20"/>
          <p:cNvSpPr/>
          <p:nvPr/>
        </p:nvSpPr>
        <p:spPr>
          <a:xfrm>
            <a:off x="5460683" y="2358040"/>
            <a:ext cx="2228850" cy="156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837" b="1" dirty="0" smtClean="0">
                <a:solidFill>
                  <a:srgbClr val="1E293B"/>
                </a:solidFill>
                <a:latin typeface="Noto Sans CJK KR" pitchFamily="34" charset="0"/>
              </a:rPr>
              <a:t>1740 </a:t>
            </a:r>
            <a:r>
              <a:rPr lang="en-US" sz="837" b="1" dirty="0" err="1" smtClean="0">
                <a:solidFill>
                  <a:srgbClr val="1E293B"/>
                </a:solidFill>
                <a:latin typeface="Noto Sans CJK KR" pitchFamily="34" charset="0"/>
              </a:rPr>
              <a:t>sym</a:t>
            </a:r>
            <a:endParaRPr lang="en-US" sz="837" dirty="0"/>
          </a:p>
        </p:txBody>
      </p:sp>
      <p:sp>
        <p:nvSpPr>
          <p:cNvPr id="23" name="Text 21"/>
          <p:cNvSpPr/>
          <p:nvPr/>
        </p:nvSpPr>
        <p:spPr>
          <a:xfrm>
            <a:off x="5460683" y="2551208"/>
            <a:ext cx="2228850" cy="13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ko-KR" altLang="en-US" sz="699" dirty="0" smtClean="0">
                <a:solidFill>
                  <a:srgbClr val="5D6B7E"/>
                </a:solidFill>
                <a:latin typeface="Noto Sans CJK KR" pitchFamily="34" charset="0"/>
              </a:rPr>
              <a:t>0101 규격 패딩</a:t>
            </a:r>
            <a:endParaRPr lang="en-US" sz="699" dirty="0"/>
          </a:p>
        </p:txBody>
      </p:sp>
      <p:sp>
        <p:nvSpPr>
          <p:cNvPr id="24" name="Shape 22"/>
          <p:cNvSpPr/>
          <p:nvPr/>
        </p:nvSpPr>
        <p:spPr>
          <a:xfrm>
            <a:off x="7726680" y="1993995"/>
            <a:ext cx="2043113" cy="817245"/>
          </a:xfrm>
          <a:prstGeom prst="roundRect">
            <a:avLst>
              <a:gd name="adj" fmla="val 7273"/>
            </a:avLst>
          </a:prstGeom>
          <a:solidFill>
            <a:srgbClr val="FBE5E5"/>
          </a:solidFill>
          <a:ln w="16510">
            <a:solidFill>
              <a:srgbClr val="C84B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26680" y="2127726"/>
            <a:ext cx="2043113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19" b="1" dirty="0">
                <a:solidFill>
                  <a:srgbClr val="C84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SB4</a:t>
            </a:r>
            <a:endParaRPr lang="en-US" sz="1219" dirty="0"/>
          </a:p>
        </p:txBody>
      </p:sp>
      <p:sp>
        <p:nvSpPr>
          <p:cNvPr id="26" name="Text 24"/>
          <p:cNvSpPr/>
          <p:nvPr/>
        </p:nvSpPr>
        <p:spPr>
          <a:xfrm>
            <a:off x="7726680" y="2358040"/>
            <a:ext cx="2043113" cy="156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837" b="1" dirty="0">
                <a:solidFill>
                  <a:srgbClr val="1E29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1740 sym</a:t>
            </a:r>
            <a:endParaRPr lang="en-US" sz="837" dirty="0"/>
          </a:p>
        </p:txBody>
      </p:sp>
      <p:sp>
        <p:nvSpPr>
          <p:cNvPr id="27" name="Text 25"/>
          <p:cNvSpPr/>
          <p:nvPr/>
        </p:nvSpPr>
        <p:spPr>
          <a:xfrm>
            <a:off x="7726680" y="2551208"/>
            <a:ext cx="2043113" cy="13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ko-KR" altLang="en-US" sz="699" smtClean="0">
                <a:solidFill>
                  <a:srgbClr val="5D6B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수신부획득정보</a:t>
            </a:r>
            <a:endParaRPr lang="en-US" sz="699" dirty="0"/>
          </a:p>
        </p:txBody>
      </p:sp>
      <p:sp>
        <p:nvSpPr>
          <p:cNvPr id="28" name="Shape 26"/>
          <p:cNvSpPr/>
          <p:nvPr/>
        </p:nvSpPr>
        <p:spPr>
          <a:xfrm>
            <a:off x="594360" y="4884071"/>
            <a:ext cx="8618220" cy="460629"/>
          </a:xfrm>
          <a:prstGeom prst="roundRect">
            <a:avLst>
              <a:gd name="adj" fmla="val 16129"/>
            </a:avLst>
          </a:prstGeom>
          <a:solidFill>
            <a:srgbClr val="EEF4FA"/>
          </a:solidFill>
          <a:ln w="12700">
            <a:solidFill>
              <a:srgbClr val="D4DE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8373" y="4958366"/>
            <a:ext cx="8410194" cy="312039"/>
          </a:xfrm>
          <a:prstGeom prst="rect">
            <a:avLst/>
          </a:prstGeom>
          <a:noFill/>
          <a:ln/>
        </p:spPr>
        <p:txBody>
          <a:bodyPr wrap="square" lIns="103" tIns="103" rIns="103" bIns="103" rtlCol="0" anchor="ctr">
            <a:normAutofit/>
          </a:bodyPr>
          <a:lstStyle/>
          <a:p>
            <a:r>
              <a:rPr lang="en-US" altLang="ko-KR" sz="894" b="1" dirty="0">
                <a:latin typeface="+mn-ea"/>
              </a:rPr>
              <a:t>AFS Data Channel</a:t>
            </a:r>
            <a:r>
              <a:rPr lang="ko-KR" altLang="en-US" sz="894" b="1" dirty="0">
                <a:latin typeface="+mn-ea"/>
              </a:rPr>
              <a:t>은 </a:t>
            </a:r>
            <a:r>
              <a:rPr lang="en-US" altLang="ko-KR" sz="894" b="1" dirty="0">
                <a:latin typeface="+mn-ea"/>
              </a:rPr>
              <a:t>2 </a:t>
            </a:r>
            <a:r>
              <a:rPr lang="en-US" altLang="ko-KR" sz="894" b="1" dirty="0" err="1">
                <a:latin typeface="+mn-ea"/>
              </a:rPr>
              <a:t>ms</a:t>
            </a:r>
            <a:r>
              <a:rPr lang="en-US" altLang="ko-KR" sz="894" b="1" dirty="0">
                <a:latin typeface="+mn-ea"/>
              </a:rPr>
              <a:t> Navigation Symbol 6000</a:t>
            </a:r>
            <a:r>
              <a:rPr lang="ko-KR" altLang="en-US" sz="894" b="1" dirty="0">
                <a:latin typeface="+mn-ea"/>
              </a:rPr>
              <a:t>개로 하나의 </a:t>
            </a:r>
            <a:r>
              <a:rPr lang="en-US" altLang="ko-KR" sz="894" b="1" dirty="0">
                <a:latin typeface="+mn-ea"/>
              </a:rPr>
              <a:t>12</a:t>
            </a:r>
            <a:r>
              <a:rPr lang="ko-KR" altLang="en-US" sz="894" b="1" dirty="0">
                <a:latin typeface="+mn-ea"/>
              </a:rPr>
              <a:t>초 </a:t>
            </a:r>
            <a:r>
              <a:rPr lang="en-US" altLang="ko-KR" sz="894" b="1" dirty="0">
                <a:latin typeface="+mn-ea"/>
              </a:rPr>
              <a:t>Frame </a:t>
            </a:r>
            <a:r>
              <a:rPr lang="ko-KR" altLang="en-US" sz="894" b="1" dirty="0">
                <a:latin typeface="+mn-ea"/>
              </a:rPr>
              <a:t>구성</a:t>
            </a:r>
            <a:r>
              <a:rPr lang="en-US" altLang="ko-KR" sz="894" b="1" dirty="0">
                <a:latin typeface="+mn-ea"/>
              </a:rPr>
              <a:t>.</a:t>
            </a:r>
            <a:endParaRPr lang="ko-KR" altLang="en-US" sz="894" dirty="0">
              <a:latin typeface="+mn-ea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98373" y="3323876"/>
            <a:ext cx="2526030" cy="111442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5DFEA"/>
            </a:solidFill>
            <a:prstDash val="solid"/>
          </a:ln>
          <a:effectLst>
            <a:outerShdw blurRad="12700" dist="50800" dir="2700000" algn="bl" rotWithShape="0">
              <a:srgbClr val="C9D2DF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98373" y="3323876"/>
            <a:ext cx="59436" cy="1114425"/>
          </a:xfrm>
          <a:prstGeom prst="rect">
            <a:avLst/>
          </a:prstGeom>
          <a:solidFill>
            <a:srgbClr val="6B5FA7"/>
          </a:solidFill>
          <a:ln w="12700">
            <a:solidFill>
              <a:srgbClr val="6B5F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6963" y="3442748"/>
            <a:ext cx="2288286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8" b="1" dirty="0">
                <a:solidFill>
                  <a:srgbClr val="1E29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SP / SB1</a:t>
            </a:r>
            <a:endParaRPr lang="en-US" sz="1138" dirty="0"/>
          </a:p>
        </p:txBody>
      </p:sp>
      <p:sp>
        <p:nvSpPr>
          <p:cNvPr id="33" name="Text 31"/>
          <p:cNvSpPr/>
          <p:nvPr/>
        </p:nvSpPr>
        <p:spPr>
          <a:xfrm>
            <a:off x="846963" y="3710210"/>
            <a:ext cx="2288286" cy="624078"/>
          </a:xfrm>
          <a:prstGeom prst="rect">
            <a:avLst/>
          </a:prstGeom>
          <a:noFill/>
          <a:ln/>
        </p:spPr>
        <p:txBody>
          <a:bodyPr wrap="square" lIns="206" tIns="206" rIns="206" bIns="206" rtlCol="0" anchor="t">
            <a:normAutofit/>
          </a:bodyPr>
          <a:lstStyle/>
          <a:p>
            <a:r>
              <a:rPr lang="en-US" sz="861" dirty="0">
                <a:solidFill>
                  <a:srgbClr val="5D6B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SP: Frame 시작점 검출</a:t>
            </a:r>
            <a:endParaRPr lang="en-US" sz="861" dirty="0"/>
          </a:p>
          <a:p>
            <a:r>
              <a:rPr lang="en-US" sz="861" dirty="0">
                <a:solidFill>
                  <a:srgbClr val="5D6B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SB1: Frame ID와 TOI로 시간 위치 식별</a:t>
            </a:r>
            <a:endParaRPr lang="en-US" sz="861" dirty="0"/>
          </a:p>
        </p:txBody>
      </p:sp>
      <p:sp>
        <p:nvSpPr>
          <p:cNvPr id="34" name="Shape 32"/>
          <p:cNvSpPr/>
          <p:nvPr/>
        </p:nvSpPr>
        <p:spPr>
          <a:xfrm>
            <a:off x="3595878" y="3323876"/>
            <a:ext cx="2823210" cy="111442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5DFEA"/>
            </a:solidFill>
            <a:prstDash val="solid"/>
          </a:ln>
          <a:effectLst>
            <a:outerShdw blurRad="12700" dist="50800" dir="2700000" algn="bl" rotWithShape="0">
              <a:srgbClr val="C9D2DF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595878" y="3323876"/>
            <a:ext cx="59436" cy="1114425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44468" y="3442748"/>
            <a:ext cx="2585466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8" b="1" dirty="0">
                <a:solidFill>
                  <a:srgbClr val="1E29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SB2</a:t>
            </a:r>
            <a:endParaRPr lang="en-US" sz="1138" dirty="0"/>
          </a:p>
        </p:txBody>
      </p:sp>
      <p:sp>
        <p:nvSpPr>
          <p:cNvPr id="37" name="Text 35"/>
          <p:cNvSpPr/>
          <p:nvPr/>
        </p:nvSpPr>
        <p:spPr>
          <a:xfrm>
            <a:off x="3744468" y="3710210"/>
            <a:ext cx="2585466" cy="624078"/>
          </a:xfrm>
          <a:prstGeom prst="rect">
            <a:avLst/>
          </a:prstGeom>
          <a:noFill/>
          <a:ln/>
        </p:spPr>
        <p:txBody>
          <a:bodyPr wrap="square" lIns="206" tIns="206" rIns="206" bIns="206" rtlCol="0" anchor="t">
            <a:normAutofit/>
          </a:bodyPr>
          <a:lstStyle/>
          <a:p>
            <a:r>
              <a:rPr lang="en-US" sz="861" dirty="0">
                <a:solidFill>
                  <a:srgbClr val="5D6B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PVT에 직접 연결되는 핵심 영역</a:t>
            </a:r>
            <a:endParaRPr lang="en-US" sz="861" dirty="0"/>
          </a:p>
          <a:p>
            <a:r>
              <a:rPr lang="en-US" sz="861" dirty="0">
                <a:solidFill>
                  <a:srgbClr val="5D6B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WN · ITOW · Ephemeris · 섭동 · Clock 통합 (801b)</a:t>
            </a:r>
            <a:endParaRPr lang="en-US" sz="861" dirty="0"/>
          </a:p>
        </p:txBody>
      </p:sp>
      <p:sp>
        <p:nvSpPr>
          <p:cNvPr id="38" name="Shape 36"/>
          <p:cNvSpPr/>
          <p:nvPr/>
        </p:nvSpPr>
        <p:spPr>
          <a:xfrm>
            <a:off x="6790563" y="3323876"/>
            <a:ext cx="2600325" cy="111442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5DFEA"/>
            </a:solidFill>
            <a:prstDash val="solid"/>
          </a:ln>
          <a:effectLst>
            <a:outerShdw blurRad="12700" dist="50800" dir="2700000" algn="bl" rotWithShape="0">
              <a:srgbClr val="C9D2DF">
                <a:alpha val="1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790563" y="3323876"/>
            <a:ext cx="59436" cy="1114425"/>
          </a:xfrm>
          <a:prstGeom prst="rect">
            <a:avLst/>
          </a:prstGeom>
          <a:solidFill>
            <a:srgbClr val="E58E26"/>
          </a:solidFill>
          <a:ln w="12700">
            <a:solidFill>
              <a:srgbClr val="E58E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39153" y="3442748"/>
            <a:ext cx="2362581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8" b="1" dirty="0">
                <a:solidFill>
                  <a:srgbClr val="1E29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SB3 / SB4</a:t>
            </a:r>
            <a:endParaRPr lang="en-US" sz="1138" dirty="0"/>
          </a:p>
        </p:txBody>
      </p:sp>
      <p:sp>
        <p:nvSpPr>
          <p:cNvPr id="41" name="Text 39"/>
          <p:cNvSpPr/>
          <p:nvPr/>
        </p:nvSpPr>
        <p:spPr>
          <a:xfrm>
            <a:off x="6939153" y="3710210"/>
            <a:ext cx="2362581" cy="624078"/>
          </a:xfrm>
          <a:prstGeom prst="rect">
            <a:avLst/>
          </a:prstGeom>
          <a:noFill/>
          <a:ln/>
        </p:spPr>
        <p:txBody>
          <a:bodyPr wrap="square" lIns="206" tIns="206" rIns="206" bIns="206" rtlCol="0" anchor="t">
            <a:normAutofit/>
          </a:bodyPr>
          <a:lstStyle/>
          <a:p>
            <a:r>
              <a:rPr lang="en-US" sz="829" dirty="0" err="1">
                <a:solidFill>
                  <a:srgbClr val="5D6B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오픈소스에서는</a:t>
            </a:r>
            <a:r>
              <a:rPr lang="en-US" sz="829" dirty="0">
                <a:solidFill>
                  <a:srgbClr val="5D6B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0101 반복 시험 패턴</a:t>
            </a:r>
            <a:endParaRPr lang="en-US" sz="829" dirty="0"/>
          </a:p>
          <a:p>
            <a:r>
              <a:rPr lang="en-US" sz="829" dirty="0">
                <a:solidFill>
                  <a:srgbClr val="5D6B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채널부호·복호 경로 검증</a:t>
            </a:r>
            <a:endParaRPr lang="en-US" sz="829" dirty="0"/>
          </a:p>
        </p:txBody>
      </p:sp>
      <p:sp>
        <p:nvSpPr>
          <p:cNvPr id="42" name="TextBox 41"/>
          <p:cNvSpPr txBox="1"/>
          <p:nvPr/>
        </p:nvSpPr>
        <p:spPr>
          <a:xfrm>
            <a:off x="1856656" y="88821"/>
            <a:ext cx="6768752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2D7C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AFS </a:t>
            </a:r>
            <a:r>
              <a:rPr lang="en-US" altLang="ko-KR" sz="2400" b="1" dirty="0" smtClean="0">
                <a:solidFill>
                  <a:srgbClr val="2D7C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Frame</a:t>
            </a:r>
            <a:endParaRPr lang="en-US" altLang="ko-KR" sz="2400" dirty="0">
              <a:solidFill>
                <a:srgbClr val="2D7CC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2916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23482" y="1052736"/>
            <a:ext cx="8915400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53" smtClean="0">
                <a:solidFill>
                  <a:srgbClr val="5D6B7E"/>
                </a:solidFill>
                <a:latin typeface="Noto Sans CJK KR" pitchFamily="34" charset="0"/>
              </a:rPr>
              <a:t>SB2 </a:t>
            </a:r>
            <a:r>
              <a:rPr lang="ko-KR" altLang="en-US" sz="853" dirty="0" smtClean="0">
                <a:solidFill>
                  <a:srgbClr val="5D6B7E"/>
                </a:solidFill>
                <a:latin typeface="Noto Sans CJK KR" pitchFamily="34" charset="0"/>
              </a:rPr>
              <a:t>예시</a:t>
            </a:r>
            <a:endParaRPr lang="en-US" sz="853" dirty="0"/>
          </a:p>
        </p:txBody>
      </p:sp>
      <p:sp>
        <p:nvSpPr>
          <p:cNvPr id="4" name="Text 2"/>
          <p:cNvSpPr/>
          <p:nvPr/>
        </p:nvSpPr>
        <p:spPr>
          <a:xfrm>
            <a:off x="520065" y="1401922"/>
            <a:ext cx="1857375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75" b="1" dirty="0">
                <a:solidFill>
                  <a:srgbClr val="12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LDPC </a:t>
            </a:r>
            <a:r>
              <a:rPr lang="ko-KR" altLang="en-US" sz="975" b="1" dirty="0" smtClean="0">
                <a:solidFill>
                  <a:srgbClr val="12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패리티 생성</a:t>
            </a:r>
            <a:endParaRPr lang="en-US" sz="975" dirty="0"/>
          </a:p>
        </p:txBody>
      </p:sp>
      <p:sp>
        <p:nvSpPr>
          <p:cNvPr id="5" name="Shape 3"/>
          <p:cNvSpPr/>
          <p:nvPr/>
        </p:nvSpPr>
        <p:spPr>
          <a:xfrm>
            <a:off x="594360" y="1773397"/>
            <a:ext cx="1745933" cy="668655"/>
          </a:xfrm>
          <a:prstGeom prst="roundRect">
            <a:avLst>
              <a:gd name="adj" fmla="val 5556"/>
            </a:avLst>
          </a:prstGeom>
          <a:solidFill>
            <a:srgbClr val="E8F1FB"/>
          </a:solidFill>
          <a:ln w="17780">
            <a:solidFill>
              <a:srgbClr val="2B6C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920474"/>
            <a:ext cx="174593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6" b="1" dirty="0">
                <a:solidFill>
                  <a:srgbClr val="2B6CB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Systematic</a:t>
            </a:r>
            <a:endParaRPr lang="en-US" sz="1056" dirty="0"/>
          </a:p>
          <a:p>
            <a:pPr algn="ctr"/>
            <a:r>
              <a:rPr lang="en-US" sz="1056" b="1" dirty="0">
                <a:solidFill>
                  <a:srgbClr val="2B6CB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1200</a:t>
            </a:r>
            <a:endParaRPr lang="en-US" sz="1056" dirty="0"/>
          </a:p>
        </p:txBody>
      </p:sp>
      <p:sp>
        <p:nvSpPr>
          <p:cNvPr id="7" name="Shape 5"/>
          <p:cNvSpPr/>
          <p:nvPr/>
        </p:nvSpPr>
        <p:spPr>
          <a:xfrm>
            <a:off x="2377440" y="1773397"/>
            <a:ext cx="928688" cy="668655"/>
          </a:xfrm>
          <a:prstGeom prst="roundRect">
            <a:avLst>
              <a:gd name="adj" fmla="val 5556"/>
            </a:avLst>
          </a:prstGeom>
          <a:solidFill>
            <a:srgbClr val="ECE8FA"/>
          </a:solidFill>
          <a:ln w="17780">
            <a:solidFill>
              <a:srgbClr val="6B5F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1920474"/>
            <a:ext cx="92868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975" b="1" dirty="0">
                <a:solidFill>
                  <a:srgbClr val="6B5FA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P1</a:t>
            </a:r>
            <a:endParaRPr lang="en-US" sz="975" dirty="0"/>
          </a:p>
          <a:p>
            <a:pPr algn="ctr"/>
            <a:r>
              <a:rPr lang="en-US" sz="975" b="1" dirty="0">
                <a:solidFill>
                  <a:srgbClr val="6B5FA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480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3343275" y="1773397"/>
            <a:ext cx="5869305" cy="668655"/>
          </a:xfrm>
          <a:prstGeom prst="roundRect">
            <a:avLst>
              <a:gd name="adj" fmla="val 5556"/>
            </a:avLst>
          </a:prstGeom>
          <a:solidFill>
            <a:srgbClr val="FCEEDC"/>
          </a:solidFill>
          <a:ln w="17780">
            <a:solidFill>
              <a:srgbClr val="E58E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43275" y="2010276"/>
            <a:ext cx="586930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138" b="1" dirty="0">
                <a:solidFill>
                  <a:srgbClr val="E58E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P2 4560</a:t>
            </a:r>
            <a:endParaRPr lang="en-US" sz="1138" dirty="0"/>
          </a:p>
        </p:txBody>
      </p:sp>
      <p:sp>
        <p:nvSpPr>
          <p:cNvPr id="11" name="Text 9"/>
          <p:cNvSpPr/>
          <p:nvPr/>
        </p:nvSpPr>
        <p:spPr>
          <a:xfrm>
            <a:off x="3714750" y="2590642"/>
            <a:ext cx="2377440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894" b="1" dirty="0">
                <a:solidFill>
                  <a:srgbClr val="5D6B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6240 bit</a:t>
            </a:r>
            <a:endParaRPr lang="en-US" sz="894" dirty="0"/>
          </a:p>
        </p:txBody>
      </p:sp>
      <p:sp>
        <p:nvSpPr>
          <p:cNvPr id="12" name="Text 10"/>
          <p:cNvSpPr/>
          <p:nvPr/>
        </p:nvSpPr>
        <p:spPr>
          <a:xfrm>
            <a:off x="520065" y="2942638"/>
            <a:ext cx="148590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75" b="1" dirty="0">
                <a:solidFill>
                  <a:srgbClr val="12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Puncturing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609219" y="3314113"/>
            <a:ext cx="817245" cy="638937"/>
          </a:xfrm>
          <a:prstGeom prst="roundRect">
            <a:avLst>
              <a:gd name="adj" fmla="val 5814"/>
            </a:avLst>
          </a:prstGeom>
          <a:solidFill>
            <a:srgbClr val="ECEFF3"/>
          </a:solidFill>
          <a:ln w="12700">
            <a:solidFill>
              <a:srgbClr val="AAB4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219" y="3446764"/>
            <a:ext cx="81724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894" b="1" dirty="0">
                <a:solidFill>
                  <a:srgbClr val="7A879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제거</a:t>
            </a:r>
            <a:endParaRPr lang="en-US" sz="894" dirty="0"/>
          </a:p>
          <a:p>
            <a:pPr algn="ctr"/>
            <a:r>
              <a:rPr lang="en-US" sz="894" b="1" dirty="0">
                <a:solidFill>
                  <a:srgbClr val="7A879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240</a:t>
            </a:r>
            <a:endParaRPr lang="en-US" sz="894" dirty="0"/>
          </a:p>
        </p:txBody>
      </p:sp>
      <p:sp>
        <p:nvSpPr>
          <p:cNvPr id="15" name="Shape 13"/>
          <p:cNvSpPr/>
          <p:nvPr/>
        </p:nvSpPr>
        <p:spPr>
          <a:xfrm>
            <a:off x="1463611" y="3314113"/>
            <a:ext cx="1894523" cy="638937"/>
          </a:xfrm>
          <a:prstGeom prst="roundRect">
            <a:avLst>
              <a:gd name="adj" fmla="val 5814"/>
            </a:avLst>
          </a:prstGeom>
          <a:solidFill>
            <a:srgbClr val="E8F1FB"/>
          </a:solidFill>
          <a:ln w="17780">
            <a:solidFill>
              <a:srgbClr val="2B6C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3611" y="3543347"/>
            <a:ext cx="1894523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975" b="1" dirty="0">
                <a:solidFill>
                  <a:srgbClr val="2B6CB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Systematic 960</a:t>
            </a:r>
            <a:endParaRPr lang="en-US" sz="975" dirty="0"/>
          </a:p>
        </p:txBody>
      </p:sp>
      <p:sp>
        <p:nvSpPr>
          <p:cNvPr id="17" name="Shape 15"/>
          <p:cNvSpPr/>
          <p:nvPr/>
        </p:nvSpPr>
        <p:spPr>
          <a:xfrm>
            <a:off x="3395281" y="3314113"/>
            <a:ext cx="1002983" cy="638937"/>
          </a:xfrm>
          <a:prstGeom prst="roundRect">
            <a:avLst>
              <a:gd name="adj" fmla="val 5814"/>
            </a:avLst>
          </a:prstGeom>
          <a:solidFill>
            <a:srgbClr val="ECE8FA"/>
          </a:solidFill>
          <a:ln w="17780">
            <a:solidFill>
              <a:srgbClr val="6B5F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95281" y="3543347"/>
            <a:ext cx="1002983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918" b="1" dirty="0">
                <a:solidFill>
                  <a:srgbClr val="6B5FA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P1 480</a:t>
            </a:r>
            <a:endParaRPr lang="en-US" sz="918" dirty="0"/>
          </a:p>
        </p:txBody>
      </p:sp>
      <p:sp>
        <p:nvSpPr>
          <p:cNvPr id="19" name="Shape 17"/>
          <p:cNvSpPr/>
          <p:nvPr/>
        </p:nvSpPr>
        <p:spPr>
          <a:xfrm>
            <a:off x="4435411" y="3314113"/>
            <a:ext cx="1894523" cy="638937"/>
          </a:xfrm>
          <a:prstGeom prst="roundRect">
            <a:avLst>
              <a:gd name="adj" fmla="val 5814"/>
            </a:avLst>
          </a:prstGeom>
          <a:solidFill>
            <a:srgbClr val="FCEEDC"/>
          </a:solidFill>
          <a:ln w="17780">
            <a:solidFill>
              <a:srgbClr val="E58E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35411" y="3543347"/>
            <a:ext cx="1894523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975" b="1" dirty="0">
                <a:solidFill>
                  <a:srgbClr val="E58E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P2 960</a:t>
            </a:r>
            <a:endParaRPr lang="en-US" sz="975" dirty="0"/>
          </a:p>
        </p:txBody>
      </p:sp>
      <p:sp>
        <p:nvSpPr>
          <p:cNvPr id="21" name="Shape 19"/>
          <p:cNvSpPr/>
          <p:nvPr/>
        </p:nvSpPr>
        <p:spPr>
          <a:xfrm>
            <a:off x="6367081" y="3314113"/>
            <a:ext cx="2845499" cy="638937"/>
          </a:xfrm>
          <a:prstGeom prst="roundRect">
            <a:avLst>
              <a:gd name="adj" fmla="val 5814"/>
            </a:avLst>
          </a:prstGeom>
          <a:solidFill>
            <a:srgbClr val="ECEFF3"/>
          </a:solidFill>
          <a:ln w="12700">
            <a:solidFill>
              <a:srgbClr val="AAB4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67081" y="3543347"/>
            <a:ext cx="2845499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975" b="1" dirty="0">
                <a:solidFill>
                  <a:srgbClr val="7A879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제거 3600</a:t>
            </a:r>
            <a:endParaRPr lang="en-US" sz="975" dirty="0"/>
          </a:p>
        </p:txBody>
      </p:sp>
      <p:sp>
        <p:nvSpPr>
          <p:cNvPr id="23" name="Shape 21"/>
          <p:cNvSpPr/>
          <p:nvPr/>
        </p:nvSpPr>
        <p:spPr>
          <a:xfrm>
            <a:off x="4903470" y="4057063"/>
            <a:ext cx="0" cy="349187"/>
          </a:xfrm>
          <a:prstGeom prst="line">
            <a:avLst/>
          </a:prstGeom>
          <a:noFill/>
          <a:ln w="22860">
            <a:solidFill>
              <a:srgbClr val="B9C6D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454718" y="4428538"/>
            <a:ext cx="2897505" cy="408623"/>
          </a:xfrm>
          <a:prstGeom prst="roundRect">
            <a:avLst>
              <a:gd name="adj" fmla="val 32727"/>
            </a:avLst>
          </a:prstGeom>
          <a:solidFill>
            <a:srgbClr val="DFF3E7"/>
          </a:solidFill>
          <a:ln w="12700">
            <a:solidFill>
              <a:srgbClr val="DFF3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54718" y="4435967"/>
            <a:ext cx="2897505" cy="393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 err="1">
                <a:solidFill>
                  <a:srgbClr val="2E8B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</a:t>
            </a:r>
            <a:r>
              <a:rPr lang="en-US" sz="1000" b="1" dirty="0">
                <a:solidFill>
                  <a:srgbClr val="2E8B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000" b="1" dirty="0" err="1">
                <a:solidFill>
                  <a:srgbClr val="2E8B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전송</a:t>
            </a:r>
            <a:r>
              <a:rPr lang="en-US" sz="1000" b="1" dirty="0">
                <a:solidFill>
                  <a:srgbClr val="2E8B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:   960 + 480 + 960 = 2400 symbols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2950" y="5116672"/>
            <a:ext cx="8321040" cy="334328"/>
          </a:xfrm>
          <a:prstGeom prst="roundRect">
            <a:avLst>
              <a:gd name="adj" fmla="val 22222"/>
            </a:avLst>
          </a:prstGeom>
          <a:solidFill>
            <a:srgbClr val="EEF8F2"/>
          </a:solidFill>
          <a:ln w="12700">
            <a:solidFill>
              <a:srgbClr val="D4DE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6963" y="5190967"/>
            <a:ext cx="8113014" cy="185738"/>
          </a:xfrm>
          <a:prstGeom prst="rect">
            <a:avLst/>
          </a:prstGeom>
          <a:noFill/>
          <a:ln/>
        </p:spPr>
        <p:txBody>
          <a:bodyPr wrap="square" lIns="103" tIns="103" rIns="103" bIns="103" rtlCol="0" anchor="ctr">
            <a:normAutofit/>
          </a:bodyPr>
          <a:lstStyle/>
          <a:p>
            <a:r>
              <a:rPr lang="en-US" altLang="ko-KR" sz="894" b="1" dirty="0">
                <a:latin typeface="+mn-ea"/>
              </a:rPr>
              <a:t>LDPC</a:t>
            </a:r>
            <a:r>
              <a:rPr lang="ko-KR" altLang="en-US" sz="894" b="1" dirty="0">
                <a:latin typeface="+mn-ea"/>
              </a:rPr>
              <a:t>는 </a:t>
            </a:r>
            <a:r>
              <a:rPr lang="en-US" altLang="ko-KR" sz="894" b="1" dirty="0">
                <a:latin typeface="+mn-ea"/>
              </a:rPr>
              <a:t>6240-bit </a:t>
            </a:r>
            <a:r>
              <a:rPr lang="en-US" altLang="ko-KR" sz="894" b="1" dirty="0" err="1">
                <a:latin typeface="+mn-ea"/>
              </a:rPr>
              <a:t>Codeword</a:t>
            </a:r>
            <a:r>
              <a:rPr lang="ko-KR" altLang="en-US" sz="894" b="1" dirty="0">
                <a:latin typeface="+mn-ea"/>
              </a:rPr>
              <a:t>를 만들지만 </a:t>
            </a:r>
            <a:r>
              <a:rPr lang="en-US" altLang="ko-KR" sz="894" b="1" dirty="0">
                <a:latin typeface="+mn-ea"/>
              </a:rPr>
              <a:t>Puncturing</a:t>
            </a:r>
            <a:r>
              <a:rPr lang="ko-KR" altLang="en-US" sz="894" b="1" dirty="0">
                <a:latin typeface="+mn-ea"/>
              </a:rPr>
              <a:t>으로 실제 전송은 </a:t>
            </a:r>
            <a:r>
              <a:rPr lang="en-US" altLang="ko-KR" sz="894" b="1" dirty="0">
                <a:latin typeface="+mn-ea"/>
              </a:rPr>
              <a:t>2400 symbols</a:t>
            </a:r>
            <a:r>
              <a:rPr lang="ko-KR" altLang="en-US" sz="894" b="1" dirty="0">
                <a:latin typeface="+mn-ea"/>
              </a:rPr>
              <a:t>만 수행</a:t>
            </a:r>
            <a:endParaRPr lang="en-US" sz="894" b="1" dirty="0">
              <a:latin typeface="+mn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856656" y="88821"/>
            <a:ext cx="6768752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2400" b="1" dirty="0" smtClean="0">
                <a:solidFill>
                  <a:srgbClr val="2D7C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LDPC Encoding</a:t>
            </a:r>
            <a:endParaRPr lang="en-US" altLang="ko-KR" sz="2400" dirty="0">
              <a:solidFill>
                <a:srgbClr val="2D7CC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915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23482" y="1052736"/>
            <a:ext cx="8915400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3" dirty="0">
                <a:solidFill>
                  <a:srgbClr val="5D6B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연속 오류를 여러 Codeword 위치로 분산해 LDPC 복호에 유리한 형태로 변환</a:t>
            </a:r>
            <a:endParaRPr lang="en-US" sz="853" dirty="0"/>
          </a:p>
        </p:txBody>
      </p:sp>
      <p:sp>
        <p:nvSpPr>
          <p:cNvPr id="4" name="Shape 2"/>
          <p:cNvSpPr/>
          <p:nvPr/>
        </p:nvSpPr>
        <p:spPr>
          <a:xfrm>
            <a:off x="482917" y="1364775"/>
            <a:ext cx="705803" cy="222885"/>
          </a:xfrm>
          <a:prstGeom prst="roundRect">
            <a:avLst>
              <a:gd name="adj" fmla="val 60000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2917" y="1372204"/>
            <a:ext cx="705803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72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송신</a:t>
            </a:r>
            <a:endParaRPr lang="en-US" sz="772" dirty="0"/>
          </a:p>
        </p:txBody>
      </p:sp>
      <p:sp>
        <p:nvSpPr>
          <p:cNvPr id="6" name="Shape 4"/>
          <p:cNvSpPr/>
          <p:nvPr/>
        </p:nvSpPr>
        <p:spPr>
          <a:xfrm>
            <a:off x="557212" y="3052282"/>
            <a:ext cx="705803" cy="222885"/>
          </a:xfrm>
          <a:prstGeom prst="roundRect">
            <a:avLst>
              <a:gd name="adj" fmla="val 6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212" y="3059711"/>
            <a:ext cx="705803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72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수신</a:t>
            </a:r>
            <a:endParaRPr lang="en-US" sz="772" dirty="0"/>
          </a:p>
        </p:txBody>
      </p:sp>
      <p:sp>
        <p:nvSpPr>
          <p:cNvPr id="8" name="Shape 6"/>
          <p:cNvSpPr/>
          <p:nvPr/>
        </p:nvSpPr>
        <p:spPr>
          <a:xfrm>
            <a:off x="557212" y="1884840"/>
            <a:ext cx="1151573" cy="668655"/>
          </a:xfrm>
          <a:prstGeom prst="roundRect">
            <a:avLst>
              <a:gd name="adj" fmla="val 8889"/>
            </a:avLst>
          </a:prstGeom>
          <a:solidFill>
            <a:srgbClr val="E6F5EC"/>
          </a:solidFill>
          <a:ln w="16510">
            <a:solidFill>
              <a:srgbClr val="2E8B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212" y="2010414"/>
            <a:ext cx="1151573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6" b="1" dirty="0">
                <a:solidFill>
                  <a:srgbClr val="2E8B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SB2</a:t>
            </a:r>
            <a:endParaRPr lang="en-US" sz="1056" dirty="0"/>
          </a:p>
        </p:txBody>
      </p:sp>
      <p:sp>
        <p:nvSpPr>
          <p:cNvPr id="10" name="Text 8"/>
          <p:cNvSpPr/>
          <p:nvPr/>
        </p:nvSpPr>
        <p:spPr>
          <a:xfrm>
            <a:off x="557212" y="2233299"/>
            <a:ext cx="1151573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796" b="1" dirty="0">
                <a:solidFill>
                  <a:srgbClr val="1E29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2400</a:t>
            </a:r>
            <a:endParaRPr lang="en-US" sz="796" dirty="0"/>
          </a:p>
        </p:txBody>
      </p:sp>
      <p:sp>
        <p:nvSpPr>
          <p:cNvPr id="11" name="Shape 9"/>
          <p:cNvSpPr/>
          <p:nvPr/>
        </p:nvSpPr>
        <p:spPr>
          <a:xfrm>
            <a:off x="1916811" y="1884840"/>
            <a:ext cx="1151573" cy="668655"/>
          </a:xfrm>
          <a:prstGeom prst="roundRect">
            <a:avLst>
              <a:gd name="adj" fmla="val 8889"/>
            </a:avLst>
          </a:prstGeom>
          <a:solidFill>
            <a:srgbClr val="FCEEDC"/>
          </a:solidFill>
          <a:ln w="16510">
            <a:solidFill>
              <a:srgbClr val="E58E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16811" y="2010414"/>
            <a:ext cx="1151573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6" b="1" dirty="0">
                <a:solidFill>
                  <a:srgbClr val="E58E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SB3</a:t>
            </a:r>
            <a:endParaRPr lang="en-US" sz="1056" dirty="0"/>
          </a:p>
        </p:txBody>
      </p:sp>
      <p:sp>
        <p:nvSpPr>
          <p:cNvPr id="13" name="Text 11"/>
          <p:cNvSpPr/>
          <p:nvPr/>
        </p:nvSpPr>
        <p:spPr>
          <a:xfrm>
            <a:off x="1916811" y="2233299"/>
            <a:ext cx="1151573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796" b="1" dirty="0">
                <a:solidFill>
                  <a:srgbClr val="1E29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1740</a:t>
            </a:r>
            <a:endParaRPr lang="en-US" sz="796" dirty="0"/>
          </a:p>
        </p:txBody>
      </p:sp>
      <p:sp>
        <p:nvSpPr>
          <p:cNvPr id="14" name="Shape 12"/>
          <p:cNvSpPr/>
          <p:nvPr/>
        </p:nvSpPr>
        <p:spPr>
          <a:xfrm>
            <a:off x="3276409" y="1884840"/>
            <a:ext cx="1151573" cy="668655"/>
          </a:xfrm>
          <a:prstGeom prst="roundRect">
            <a:avLst>
              <a:gd name="adj" fmla="val 8889"/>
            </a:avLst>
          </a:prstGeom>
          <a:solidFill>
            <a:srgbClr val="FBE5E5"/>
          </a:solidFill>
          <a:ln w="16510">
            <a:solidFill>
              <a:srgbClr val="C84B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76409" y="2010414"/>
            <a:ext cx="1151573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6" b="1" dirty="0">
                <a:solidFill>
                  <a:srgbClr val="C84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SB4</a:t>
            </a:r>
            <a:endParaRPr lang="en-US" sz="1056" dirty="0"/>
          </a:p>
        </p:txBody>
      </p:sp>
      <p:sp>
        <p:nvSpPr>
          <p:cNvPr id="16" name="Text 14"/>
          <p:cNvSpPr/>
          <p:nvPr/>
        </p:nvSpPr>
        <p:spPr>
          <a:xfrm>
            <a:off x="3276409" y="2233299"/>
            <a:ext cx="1151573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796" b="1" dirty="0">
                <a:solidFill>
                  <a:srgbClr val="1E29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1740</a:t>
            </a:r>
            <a:endParaRPr lang="en-US" sz="796" dirty="0"/>
          </a:p>
        </p:txBody>
      </p:sp>
      <p:sp>
        <p:nvSpPr>
          <p:cNvPr id="17" name="Shape 15"/>
          <p:cNvSpPr/>
          <p:nvPr/>
        </p:nvSpPr>
        <p:spPr>
          <a:xfrm>
            <a:off x="4427982" y="2219167"/>
            <a:ext cx="512636" cy="0"/>
          </a:xfrm>
          <a:prstGeom prst="line">
            <a:avLst/>
          </a:prstGeom>
          <a:noFill/>
          <a:ln w="29210">
            <a:solidFill>
              <a:srgbClr val="2B6CB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960886" y="2937125"/>
            <a:ext cx="1070281" cy="282321"/>
          </a:xfrm>
          <a:prstGeom prst="roundRect">
            <a:avLst>
              <a:gd name="adj" fmla="val 47368"/>
            </a:avLst>
          </a:prstGeom>
          <a:solidFill>
            <a:srgbClr val="DCEFFC"/>
          </a:solidFill>
          <a:ln w="12700">
            <a:solidFill>
              <a:srgbClr val="DCEF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60886" y="2944554"/>
            <a:ext cx="1070281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72" b="1" dirty="0">
                <a:solidFill>
                  <a:srgbClr val="2B6CB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5880 symbols</a:t>
            </a:r>
            <a:endParaRPr lang="en-US" sz="772" dirty="0"/>
          </a:p>
        </p:txBody>
      </p:sp>
      <p:sp>
        <p:nvSpPr>
          <p:cNvPr id="20" name="Shape 18"/>
          <p:cNvSpPr/>
          <p:nvPr/>
        </p:nvSpPr>
        <p:spPr>
          <a:xfrm>
            <a:off x="5052060" y="1765967"/>
            <a:ext cx="1485900" cy="928688"/>
          </a:xfrm>
          <a:prstGeom prst="roundRect">
            <a:avLst>
              <a:gd name="adj" fmla="val 6400"/>
            </a:avLst>
          </a:prstGeom>
          <a:solidFill>
            <a:srgbClr val="F1F5FA"/>
          </a:solidFill>
          <a:ln w="15240">
            <a:solidFill>
              <a:srgbClr val="2236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52060" y="1944276"/>
            <a:ext cx="14859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1300" b="1" dirty="0">
                <a:solidFill>
                  <a:srgbClr val="12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60 × 98</a:t>
            </a:r>
            <a:endParaRPr lang="en-US" sz="1300" dirty="0"/>
          </a:p>
          <a:p>
            <a:pPr algn="ctr"/>
            <a:r>
              <a:rPr lang="ko-KR" altLang="en-US" sz="1300" b="1" dirty="0">
                <a:solidFill>
                  <a:srgbClr val="1221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배열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185791" y="2293462"/>
            <a:ext cx="111443" cy="44577"/>
          </a:xfrm>
          <a:prstGeom prst="rect">
            <a:avLst/>
          </a:prstGeom>
          <a:solidFill>
            <a:srgbClr val="C9D6E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34381" y="2293462"/>
            <a:ext cx="111443" cy="44577"/>
          </a:xfrm>
          <a:prstGeom prst="rect">
            <a:avLst/>
          </a:prstGeom>
          <a:solidFill>
            <a:srgbClr val="D9E3F0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2971" y="2293462"/>
            <a:ext cx="111443" cy="44577"/>
          </a:xfrm>
          <a:prstGeom prst="rect">
            <a:avLst/>
          </a:prstGeom>
          <a:solidFill>
            <a:srgbClr val="C9D6E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31561" y="2293462"/>
            <a:ext cx="111443" cy="44577"/>
          </a:xfrm>
          <a:prstGeom prst="rect">
            <a:avLst/>
          </a:prstGeom>
          <a:solidFill>
            <a:srgbClr val="D9E3F0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80151" y="2293462"/>
            <a:ext cx="111443" cy="44577"/>
          </a:xfrm>
          <a:prstGeom prst="rect">
            <a:avLst/>
          </a:prstGeom>
          <a:solidFill>
            <a:srgbClr val="C9D6E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28741" y="2293462"/>
            <a:ext cx="111443" cy="44577"/>
          </a:xfrm>
          <a:prstGeom prst="rect">
            <a:avLst/>
          </a:prstGeom>
          <a:solidFill>
            <a:srgbClr val="D9E3F0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77331" y="2293462"/>
            <a:ext cx="111443" cy="44577"/>
          </a:xfrm>
          <a:prstGeom prst="rect">
            <a:avLst/>
          </a:prstGeom>
          <a:solidFill>
            <a:srgbClr val="C9D6E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25921" y="2293462"/>
            <a:ext cx="111443" cy="44577"/>
          </a:xfrm>
          <a:prstGeom prst="rect">
            <a:avLst/>
          </a:prstGeom>
          <a:solidFill>
            <a:srgbClr val="D9E3F0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85791" y="2360328"/>
            <a:ext cx="111443" cy="44577"/>
          </a:xfrm>
          <a:prstGeom prst="rect">
            <a:avLst/>
          </a:prstGeom>
          <a:solidFill>
            <a:srgbClr val="C9D6E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34381" y="2360328"/>
            <a:ext cx="111443" cy="44577"/>
          </a:xfrm>
          <a:prstGeom prst="rect">
            <a:avLst/>
          </a:prstGeom>
          <a:solidFill>
            <a:srgbClr val="D9E3F0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2971" y="2360328"/>
            <a:ext cx="111443" cy="44577"/>
          </a:xfrm>
          <a:prstGeom prst="rect">
            <a:avLst/>
          </a:prstGeom>
          <a:solidFill>
            <a:srgbClr val="C9D6E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31561" y="2360328"/>
            <a:ext cx="111443" cy="44577"/>
          </a:xfrm>
          <a:prstGeom prst="rect">
            <a:avLst/>
          </a:prstGeom>
          <a:solidFill>
            <a:srgbClr val="D9E3F0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80151" y="2360328"/>
            <a:ext cx="111443" cy="44577"/>
          </a:xfrm>
          <a:prstGeom prst="rect">
            <a:avLst/>
          </a:prstGeom>
          <a:solidFill>
            <a:srgbClr val="C9D6E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28741" y="2360328"/>
            <a:ext cx="111443" cy="44577"/>
          </a:xfrm>
          <a:prstGeom prst="rect">
            <a:avLst/>
          </a:prstGeom>
          <a:solidFill>
            <a:srgbClr val="D9E3F0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77331" y="2360328"/>
            <a:ext cx="111443" cy="44577"/>
          </a:xfrm>
          <a:prstGeom prst="rect">
            <a:avLst/>
          </a:prstGeom>
          <a:solidFill>
            <a:srgbClr val="C9D6E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25921" y="2360328"/>
            <a:ext cx="111443" cy="44577"/>
          </a:xfrm>
          <a:prstGeom prst="rect">
            <a:avLst/>
          </a:prstGeom>
          <a:solidFill>
            <a:srgbClr val="D9E3F0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85791" y="2427193"/>
            <a:ext cx="111443" cy="44577"/>
          </a:xfrm>
          <a:prstGeom prst="rect">
            <a:avLst/>
          </a:prstGeom>
          <a:solidFill>
            <a:srgbClr val="C9D6E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34381" y="2427193"/>
            <a:ext cx="111443" cy="44577"/>
          </a:xfrm>
          <a:prstGeom prst="rect">
            <a:avLst/>
          </a:prstGeom>
          <a:solidFill>
            <a:srgbClr val="D9E3F0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2971" y="2427193"/>
            <a:ext cx="111443" cy="44577"/>
          </a:xfrm>
          <a:prstGeom prst="rect">
            <a:avLst/>
          </a:prstGeom>
          <a:solidFill>
            <a:srgbClr val="C9D6E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31561" y="2427193"/>
            <a:ext cx="111443" cy="44577"/>
          </a:xfrm>
          <a:prstGeom prst="rect">
            <a:avLst/>
          </a:prstGeom>
          <a:solidFill>
            <a:srgbClr val="D9E3F0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780151" y="2427193"/>
            <a:ext cx="111443" cy="44577"/>
          </a:xfrm>
          <a:prstGeom prst="rect">
            <a:avLst/>
          </a:prstGeom>
          <a:solidFill>
            <a:srgbClr val="C9D6E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28741" y="2427193"/>
            <a:ext cx="111443" cy="44577"/>
          </a:xfrm>
          <a:prstGeom prst="rect">
            <a:avLst/>
          </a:prstGeom>
          <a:solidFill>
            <a:srgbClr val="D9E3F0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77331" y="2427193"/>
            <a:ext cx="111443" cy="44577"/>
          </a:xfrm>
          <a:prstGeom prst="rect">
            <a:avLst/>
          </a:prstGeom>
          <a:solidFill>
            <a:srgbClr val="C9D6E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25921" y="2427193"/>
            <a:ext cx="111443" cy="44577"/>
          </a:xfrm>
          <a:prstGeom prst="rect">
            <a:avLst/>
          </a:prstGeom>
          <a:solidFill>
            <a:srgbClr val="D9E3F0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185791" y="2494059"/>
            <a:ext cx="111443" cy="44577"/>
          </a:xfrm>
          <a:prstGeom prst="rect">
            <a:avLst/>
          </a:prstGeom>
          <a:solidFill>
            <a:srgbClr val="C9D6E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34381" y="2494059"/>
            <a:ext cx="111443" cy="44577"/>
          </a:xfrm>
          <a:prstGeom prst="rect">
            <a:avLst/>
          </a:prstGeom>
          <a:solidFill>
            <a:srgbClr val="D9E3F0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82971" y="2494059"/>
            <a:ext cx="111443" cy="44577"/>
          </a:xfrm>
          <a:prstGeom prst="rect">
            <a:avLst/>
          </a:prstGeom>
          <a:solidFill>
            <a:srgbClr val="C9D6E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631561" y="2494059"/>
            <a:ext cx="111443" cy="44577"/>
          </a:xfrm>
          <a:prstGeom prst="rect">
            <a:avLst/>
          </a:prstGeom>
          <a:solidFill>
            <a:srgbClr val="D9E3F0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780151" y="2494059"/>
            <a:ext cx="111443" cy="44577"/>
          </a:xfrm>
          <a:prstGeom prst="rect">
            <a:avLst/>
          </a:prstGeom>
          <a:solidFill>
            <a:srgbClr val="C9D6E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28741" y="2494059"/>
            <a:ext cx="111443" cy="44577"/>
          </a:xfrm>
          <a:prstGeom prst="rect">
            <a:avLst/>
          </a:prstGeom>
          <a:solidFill>
            <a:srgbClr val="D9E3F0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077331" y="2494059"/>
            <a:ext cx="111443" cy="44577"/>
          </a:xfrm>
          <a:prstGeom prst="rect">
            <a:avLst/>
          </a:prstGeom>
          <a:solidFill>
            <a:srgbClr val="C9D6E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25921" y="2494059"/>
            <a:ext cx="111443" cy="44577"/>
          </a:xfrm>
          <a:prstGeom prst="rect">
            <a:avLst/>
          </a:prstGeom>
          <a:solidFill>
            <a:srgbClr val="D9E3F0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185791" y="2560924"/>
            <a:ext cx="111443" cy="44577"/>
          </a:xfrm>
          <a:prstGeom prst="rect">
            <a:avLst/>
          </a:prstGeom>
          <a:solidFill>
            <a:srgbClr val="C9D6E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34381" y="2560924"/>
            <a:ext cx="111443" cy="44577"/>
          </a:xfrm>
          <a:prstGeom prst="rect">
            <a:avLst/>
          </a:prstGeom>
          <a:solidFill>
            <a:srgbClr val="D9E3F0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482971" y="2560924"/>
            <a:ext cx="111443" cy="44577"/>
          </a:xfrm>
          <a:prstGeom prst="rect">
            <a:avLst/>
          </a:prstGeom>
          <a:solidFill>
            <a:srgbClr val="C9D6E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631561" y="2560924"/>
            <a:ext cx="111443" cy="44577"/>
          </a:xfrm>
          <a:prstGeom prst="rect">
            <a:avLst/>
          </a:prstGeom>
          <a:solidFill>
            <a:srgbClr val="D9E3F0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780151" y="2560924"/>
            <a:ext cx="111443" cy="44577"/>
          </a:xfrm>
          <a:prstGeom prst="rect">
            <a:avLst/>
          </a:prstGeom>
          <a:solidFill>
            <a:srgbClr val="C9D6E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928741" y="2560924"/>
            <a:ext cx="111443" cy="44577"/>
          </a:xfrm>
          <a:prstGeom prst="rect">
            <a:avLst/>
          </a:prstGeom>
          <a:solidFill>
            <a:srgbClr val="D9E3F0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077331" y="2560924"/>
            <a:ext cx="111443" cy="44577"/>
          </a:xfrm>
          <a:prstGeom prst="rect">
            <a:avLst/>
          </a:prstGeom>
          <a:solidFill>
            <a:srgbClr val="C9D6E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25921" y="2560924"/>
            <a:ext cx="111443" cy="44577"/>
          </a:xfrm>
          <a:prstGeom prst="rect">
            <a:avLst/>
          </a:prstGeom>
          <a:solidFill>
            <a:srgbClr val="D9E3F0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575108" y="2219167"/>
            <a:ext cx="520065" cy="0"/>
          </a:xfrm>
          <a:prstGeom prst="line">
            <a:avLst/>
          </a:prstGeom>
          <a:noFill/>
          <a:ln w="29210">
            <a:solidFill>
              <a:srgbClr val="2B6CB0"/>
            </a:solidFill>
            <a:prstDash val="solid"/>
            <a:headEnd type="none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7117461" y="1899699"/>
            <a:ext cx="2080260" cy="624078"/>
          </a:xfrm>
          <a:prstGeom prst="roundRect">
            <a:avLst>
              <a:gd name="adj" fmla="val 21429"/>
            </a:avLst>
          </a:prstGeom>
          <a:solidFill>
            <a:srgbClr val="DCEFFC"/>
          </a:solidFill>
          <a:ln w="12700">
            <a:solidFill>
              <a:srgbClr val="DCEFF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17461" y="1907128"/>
            <a:ext cx="2080260" cy="609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4" b="1" dirty="0">
                <a:solidFill>
                  <a:srgbClr val="2B6CB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Interleaved</a:t>
            </a:r>
            <a:endParaRPr lang="en-US" sz="934" dirty="0"/>
          </a:p>
          <a:p>
            <a:pPr algn="ctr"/>
            <a:r>
              <a:rPr lang="en-US" sz="934" b="1" dirty="0">
                <a:solidFill>
                  <a:srgbClr val="2B6CB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5880 symbols</a:t>
            </a:r>
            <a:endParaRPr lang="en-US" sz="934" dirty="0"/>
          </a:p>
        </p:txBody>
      </p:sp>
      <p:sp>
        <p:nvSpPr>
          <p:cNvPr id="65" name="Shape 63"/>
          <p:cNvSpPr/>
          <p:nvPr/>
        </p:nvSpPr>
        <p:spPr>
          <a:xfrm>
            <a:off x="8157591" y="2743957"/>
            <a:ext cx="0" cy="616649"/>
          </a:xfrm>
          <a:prstGeom prst="line">
            <a:avLst/>
          </a:prstGeom>
          <a:noFill/>
          <a:ln w="30480">
            <a:solidFill>
              <a:srgbClr val="E58E26"/>
            </a:solidFill>
            <a:prstDash val="solid"/>
            <a:headEnd type="none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7117461" y="3555143"/>
            <a:ext cx="2080260" cy="624078"/>
          </a:xfrm>
          <a:prstGeom prst="roundRect">
            <a:avLst>
              <a:gd name="adj" fmla="val 21429"/>
            </a:avLst>
          </a:prstGeom>
          <a:solidFill>
            <a:srgbClr val="DFF3E7"/>
          </a:solidFill>
          <a:ln w="12700">
            <a:solidFill>
              <a:srgbClr val="DFF3E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117461" y="3562572"/>
            <a:ext cx="2080260" cy="609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10" b="1" dirty="0">
                <a:solidFill>
                  <a:srgbClr val="2E8B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Deinterleaving</a:t>
            </a:r>
            <a:endParaRPr lang="en-US" sz="910" dirty="0"/>
          </a:p>
          <a:p>
            <a:pPr algn="ctr"/>
            <a:r>
              <a:rPr lang="en-US" sz="910" b="1" dirty="0">
                <a:solidFill>
                  <a:srgbClr val="2E8B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원래 순서 복원</a:t>
            </a:r>
            <a:endParaRPr lang="en-US" sz="910" dirty="0"/>
          </a:p>
        </p:txBody>
      </p:sp>
      <p:sp>
        <p:nvSpPr>
          <p:cNvPr id="69" name="Shape 67"/>
          <p:cNvSpPr/>
          <p:nvPr/>
        </p:nvSpPr>
        <p:spPr>
          <a:xfrm>
            <a:off x="5052060" y="3428841"/>
            <a:ext cx="1485900" cy="928688"/>
          </a:xfrm>
          <a:prstGeom prst="roundRect">
            <a:avLst>
              <a:gd name="adj" fmla="val 6400"/>
            </a:avLst>
          </a:prstGeom>
          <a:solidFill>
            <a:srgbClr val="F1F8F4"/>
          </a:solidFill>
          <a:ln w="15240">
            <a:solidFill>
              <a:srgbClr val="2E8B5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30420" y="3702219"/>
            <a:ext cx="1485900" cy="3120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138" b="1" dirty="0">
                <a:solidFill>
                  <a:srgbClr val="2E8B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역 Index </a:t>
            </a:r>
            <a:r>
              <a:rPr lang="en-US" sz="1138" b="1" dirty="0" err="1">
                <a:solidFill>
                  <a:srgbClr val="2E8B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복원</a:t>
            </a:r>
            <a:endParaRPr lang="en-US" sz="1138" dirty="0"/>
          </a:p>
        </p:txBody>
      </p:sp>
      <p:sp>
        <p:nvSpPr>
          <p:cNvPr id="72" name="Shape 70"/>
          <p:cNvSpPr/>
          <p:nvPr/>
        </p:nvSpPr>
        <p:spPr>
          <a:xfrm>
            <a:off x="557212" y="3577431"/>
            <a:ext cx="1151573" cy="668655"/>
          </a:xfrm>
          <a:prstGeom prst="roundRect">
            <a:avLst>
              <a:gd name="adj" fmla="val 8889"/>
            </a:avLst>
          </a:prstGeom>
          <a:solidFill>
            <a:srgbClr val="E6F5EC"/>
          </a:solidFill>
          <a:ln w="16510">
            <a:solidFill>
              <a:srgbClr val="2E8B5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57212" y="3666585"/>
            <a:ext cx="1151573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6" b="1" dirty="0">
                <a:solidFill>
                  <a:srgbClr val="2E8B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SB2</a:t>
            </a:r>
            <a:endParaRPr lang="en-US" sz="1056" dirty="0"/>
          </a:p>
        </p:txBody>
      </p:sp>
      <p:sp>
        <p:nvSpPr>
          <p:cNvPr id="74" name="Text 72"/>
          <p:cNvSpPr/>
          <p:nvPr/>
        </p:nvSpPr>
        <p:spPr>
          <a:xfrm>
            <a:off x="557212" y="3889470"/>
            <a:ext cx="1151573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748" b="1" dirty="0">
                <a:solidFill>
                  <a:srgbClr val="1E29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복원 2400</a:t>
            </a:r>
            <a:endParaRPr lang="en-US" sz="748" dirty="0"/>
          </a:p>
        </p:txBody>
      </p:sp>
      <p:sp>
        <p:nvSpPr>
          <p:cNvPr id="75" name="Shape 73"/>
          <p:cNvSpPr/>
          <p:nvPr/>
        </p:nvSpPr>
        <p:spPr>
          <a:xfrm>
            <a:off x="1916811" y="3577431"/>
            <a:ext cx="1151573" cy="668655"/>
          </a:xfrm>
          <a:prstGeom prst="roundRect">
            <a:avLst>
              <a:gd name="adj" fmla="val 8889"/>
            </a:avLst>
          </a:prstGeom>
          <a:solidFill>
            <a:srgbClr val="FCEEDC"/>
          </a:solidFill>
          <a:ln w="16510">
            <a:solidFill>
              <a:srgbClr val="E58E2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916811" y="3666585"/>
            <a:ext cx="1151573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6" b="1" dirty="0">
                <a:solidFill>
                  <a:srgbClr val="E58E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SB3</a:t>
            </a:r>
            <a:endParaRPr lang="en-US" sz="1056" dirty="0"/>
          </a:p>
        </p:txBody>
      </p:sp>
      <p:sp>
        <p:nvSpPr>
          <p:cNvPr id="77" name="Text 75"/>
          <p:cNvSpPr/>
          <p:nvPr/>
        </p:nvSpPr>
        <p:spPr>
          <a:xfrm>
            <a:off x="1916811" y="3889470"/>
            <a:ext cx="1151573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748" b="1" dirty="0">
                <a:solidFill>
                  <a:srgbClr val="1E29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복원 1740</a:t>
            </a:r>
            <a:endParaRPr lang="en-US" sz="748" dirty="0"/>
          </a:p>
        </p:txBody>
      </p:sp>
      <p:sp>
        <p:nvSpPr>
          <p:cNvPr id="78" name="Shape 76"/>
          <p:cNvSpPr/>
          <p:nvPr/>
        </p:nvSpPr>
        <p:spPr>
          <a:xfrm>
            <a:off x="3276409" y="3577431"/>
            <a:ext cx="1151573" cy="668655"/>
          </a:xfrm>
          <a:prstGeom prst="roundRect">
            <a:avLst>
              <a:gd name="adj" fmla="val 8889"/>
            </a:avLst>
          </a:prstGeom>
          <a:solidFill>
            <a:srgbClr val="FBE5E5"/>
          </a:solidFill>
          <a:ln w="16510">
            <a:solidFill>
              <a:srgbClr val="C84B4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276409" y="3666585"/>
            <a:ext cx="1151573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56" b="1" dirty="0">
                <a:solidFill>
                  <a:srgbClr val="C84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SB4</a:t>
            </a:r>
            <a:endParaRPr lang="en-US" sz="1056" dirty="0"/>
          </a:p>
        </p:txBody>
      </p:sp>
      <p:sp>
        <p:nvSpPr>
          <p:cNvPr id="80" name="Text 78"/>
          <p:cNvSpPr/>
          <p:nvPr/>
        </p:nvSpPr>
        <p:spPr>
          <a:xfrm>
            <a:off x="3276409" y="3889470"/>
            <a:ext cx="1151573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748" b="1" dirty="0">
                <a:solidFill>
                  <a:srgbClr val="1E29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복원 1740</a:t>
            </a:r>
            <a:endParaRPr lang="en-US" sz="748" dirty="0"/>
          </a:p>
        </p:txBody>
      </p:sp>
      <p:sp>
        <p:nvSpPr>
          <p:cNvPr id="81" name="Shape 79"/>
          <p:cNvSpPr/>
          <p:nvPr/>
        </p:nvSpPr>
        <p:spPr>
          <a:xfrm>
            <a:off x="631508" y="4886031"/>
            <a:ext cx="8692515" cy="434844"/>
          </a:xfrm>
          <a:prstGeom prst="roundRect">
            <a:avLst>
              <a:gd name="adj" fmla="val 13889"/>
            </a:avLst>
          </a:prstGeom>
          <a:solidFill>
            <a:srgbClr val="F3F6FA"/>
          </a:solidFill>
          <a:ln w="12700">
            <a:solidFill>
              <a:srgbClr val="D4DEE9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35521" y="4967756"/>
            <a:ext cx="8484489" cy="315536"/>
          </a:xfrm>
          <a:prstGeom prst="rect">
            <a:avLst/>
          </a:prstGeom>
          <a:noFill/>
          <a:ln/>
        </p:spPr>
        <p:txBody>
          <a:bodyPr wrap="square" lIns="103" tIns="103" rIns="103" bIns="103" rtlCol="0" anchor="ctr">
            <a:normAutofit/>
          </a:bodyPr>
          <a:lstStyle/>
          <a:p>
            <a:r>
              <a:rPr lang="en-US" altLang="ko-KR" sz="894" b="1" dirty="0">
                <a:latin typeface="+mn-ea"/>
              </a:rPr>
              <a:t>Interleaving</a:t>
            </a:r>
            <a:r>
              <a:rPr lang="ko-KR" altLang="en-US" sz="894" b="1" dirty="0">
                <a:latin typeface="+mn-ea"/>
              </a:rPr>
              <a:t>은 </a:t>
            </a:r>
            <a:r>
              <a:rPr lang="en-US" altLang="ko-KR" sz="894" b="1" dirty="0">
                <a:latin typeface="+mn-ea"/>
              </a:rPr>
              <a:t>Burst Error</a:t>
            </a:r>
            <a:r>
              <a:rPr lang="ko-KR" altLang="en-US" sz="894" b="1" dirty="0">
                <a:latin typeface="+mn-ea"/>
              </a:rPr>
              <a:t>를 분산하고</a:t>
            </a:r>
            <a:r>
              <a:rPr lang="en-US" altLang="ko-KR" sz="894" b="1" dirty="0">
                <a:latin typeface="+mn-ea"/>
              </a:rPr>
              <a:t>, </a:t>
            </a:r>
            <a:r>
              <a:rPr lang="ko-KR" altLang="en-US" sz="894" b="1" dirty="0">
                <a:latin typeface="+mn-ea"/>
              </a:rPr>
              <a:t>수신에서는 원래 </a:t>
            </a:r>
            <a:r>
              <a:rPr lang="en-US" altLang="ko-KR" sz="894" b="1" dirty="0" err="1">
                <a:latin typeface="+mn-ea"/>
              </a:rPr>
              <a:t>Subframe</a:t>
            </a:r>
            <a:r>
              <a:rPr lang="en-US" altLang="ko-KR" sz="894" b="1" dirty="0">
                <a:latin typeface="+mn-ea"/>
              </a:rPr>
              <a:t> </a:t>
            </a:r>
            <a:r>
              <a:rPr lang="ko-KR" altLang="en-US" sz="894" b="1" dirty="0">
                <a:latin typeface="+mn-ea"/>
              </a:rPr>
              <a:t>순서로 복원</a:t>
            </a:r>
            <a:r>
              <a:rPr lang="en-US" altLang="ko-KR" sz="894" b="1" dirty="0">
                <a:latin typeface="+mn-ea"/>
              </a:rPr>
              <a:t>.</a:t>
            </a:r>
            <a:endParaRPr lang="ko-KR" altLang="en-US" sz="894" dirty="0">
              <a:latin typeface="+mn-ea"/>
            </a:endParaRPr>
          </a:p>
        </p:txBody>
      </p:sp>
      <p:sp>
        <p:nvSpPr>
          <p:cNvPr id="84" name="Shape 15"/>
          <p:cNvSpPr/>
          <p:nvPr/>
        </p:nvSpPr>
        <p:spPr>
          <a:xfrm flipH="1" flipV="1">
            <a:off x="4479772" y="3844893"/>
            <a:ext cx="468059" cy="1"/>
          </a:xfrm>
          <a:prstGeom prst="line">
            <a:avLst/>
          </a:prstGeom>
          <a:noFill/>
          <a:ln w="29210">
            <a:solidFill>
              <a:srgbClr val="00B050"/>
            </a:solidFill>
            <a:prstDash val="solid"/>
            <a:headEnd type="none"/>
            <a:tailEnd type="triangle"/>
          </a:ln>
        </p:spPr>
      </p:sp>
      <p:sp>
        <p:nvSpPr>
          <p:cNvPr id="85" name="Shape 60"/>
          <p:cNvSpPr/>
          <p:nvPr/>
        </p:nvSpPr>
        <p:spPr>
          <a:xfrm flipH="1" flipV="1">
            <a:off x="6566814" y="3837462"/>
            <a:ext cx="451540" cy="2"/>
          </a:xfrm>
          <a:prstGeom prst="line">
            <a:avLst/>
          </a:prstGeom>
          <a:noFill/>
          <a:ln w="29210">
            <a:solidFill>
              <a:srgbClr val="00B050"/>
            </a:solidFill>
            <a:prstDash val="solid"/>
            <a:headEnd type="none"/>
            <a:tailEnd type="triangle"/>
          </a:ln>
        </p:spPr>
      </p:sp>
      <p:sp>
        <p:nvSpPr>
          <p:cNvPr id="83" name="TextBox 82"/>
          <p:cNvSpPr txBox="1"/>
          <p:nvPr/>
        </p:nvSpPr>
        <p:spPr>
          <a:xfrm>
            <a:off x="1856656" y="88821"/>
            <a:ext cx="6768752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2D7C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Interleaving </a:t>
            </a:r>
            <a:r>
              <a:rPr lang="ko-KR" altLang="en-US" sz="2400" b="1" dirty="0">
                <a:solidFill>
                  <a:srgbClr val="2D7C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⇄</a:t>
            </a:r>
            <a:r>
              <a:rPr lang="en-US" altLang="ko-KR" sz="2400" b="1" dirty="0">
                <a:solidFill>
                  <a:srgbClr val="2D7C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altLang="ko-KR" sz="2400" b="1" dirty="0" err="1">
                <a:solidFill>
                  <a:srgbClr val="2D7CC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Deinterleaving</a:t>
            </a:r>
            <a:endParaRPr lang="en-US" altLang="ko-KR" sz="2400" dirty="0">
              <a:solidFill>
                <a:srgbClr val="2D7CC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3955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9181" y="2304952"/>
            <a:ext cx="4587638" cy="224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8178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직사각형 771"/>
          <p:cNvSpPr/>
          <p:nvPr/>
        </p:nvSpPr>
        <p:spPr>
          <a:xfrm>
            <a:off x="1712640" y="1268760"/>
            <a:ext cx="576064" cy="991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3" name="직사각형 772"/>
          <p:cNvSpPr/>
          <p:nvPr/>
        </p:nvSpPr>
        <p:spPr>
          <a:xfrm>
            <a:off x="3224808" y="1226602"/>
            <a:ext cx="360040" cy="1412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-3498" y="2780928"/>
            <a:ext cx="9906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b="1" dirty="0">
                <a:solidFill>
                  <a:srgbClr val="0A508C"/>
                </a:solidFill>
              </a:rPr>
              <a:t>감사합니다</a:t>
            </a:r>
            <a:r>
              <a:rPr lang="en-US" altLang="ko-KR" sz="6000" b="1" dirty="0">
                <a:solidFill>
                  <a:srgbClr val="0A508C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3578883"/>
      </p:ext>
    </p:extLst>
  </p:cSld>
  <p:clrMapOvr>
    <a:masterClrMapping/>
  </p:clrMapOvr>
</p:sld>
</file>

<file path=ppt/theme/theme1.xml><?xml version="1.0" encoding="utf-8"?>
<a:theme xmlns:a="http://schemas.openxmlformats.org/drawingml/2006/main" name="1_2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B542339C252EDB4AB95E3BF542CCD170" ma:contentTypeVersion="1" ma:contentTypeDescription="새 문서를 만듭니다." ma:contentTypeScope="" ma:versionID="b2e14680118bd6849eca2b89f7623a56">
  <xsd:schema xmlns:xsd="http://www.w3.org/2001/XMLSchema" xmlns:p="http://schemas.microsoft.com/office/2006/metadata/properties" targetNamespace="http://schemas.microsoft.com/office/2006/metadata/properties" ma:root="true" ma:fieldsID="6d1ee5c80bf69a1ee28e268965e8a726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 ma:readOnly="true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65231BC-ADF1-4D84-9575-297584A481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BDBB842A-547E-4221-874B-D8AE94AAD780}">
  <ds:schemaRefs>
    <ds:schemaRef ds:uri="http://schemas.microsoft.com/office/2006/metadata/properties"/>
    <ds:schemaRef ds:uri="http://purl.org/dc/terms/"/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A67142D-5C2E-4349-8FFD-4ACD6079DD1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113717</TotalTime>
  <Words>1537</Words>
  <Application>Microsoft Office PowerPoint</Application>
  <PresentationFormat>A4 용지(210x297mm)</PresentationFormat>
  <Paragraphs>262</Paragraphs>
  <Slides>17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4" baseType="lpstr">
      <vt:lpstr>Noto Sans CJK KR</vt:lpstr>
      <vt:lpstr>맑은 고딕</vt:lpstr>
      <vt:lpstr>맑은 고딕</vt:lpstr>
      <vt:lpstr>-윤고딕140</vt:lpstr>
      <vt:lpstr>Arial</vt:lpstr>
      <vt:lpstr>Times New Roman</vt:lpstr>
      <vt:lpstr>1_2권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SK C&amp;C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SKCC-5F1DE603AF\SKCCADMIN</dc:creator>
  <cp:lastModifiedBy>IMT</cp:lastModifiedBy>
  <cp:revision>3134</cp:revision>
  <cp:lastPrinted>2025-05-22T07:10:21Z</cp:lastPrinted>
  <dcterms:created xsi:type="dcterms:W3CDTF">2012-07-24T10:09:31Z</dcterms:created>
  <dcterms:modified xsi:type="dcterms:W3CDTF">2026-10-19T09:30:35Z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0x010100B542339C252EDB4AB95E3BF542CCD170</vt:lpwstr>
  </property>
</Properties>
</file>